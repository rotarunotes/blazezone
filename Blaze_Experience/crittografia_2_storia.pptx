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hR+59IRJJn15SokXuZhIzeQ/XZ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391ECB9-A993-4AB1-933C-A51E340D023B}">
  <a:tblStyle styleId="{3391ECB9-A993-4AB1-933C-A51E340D023B}" styleName="Table_0">
    <a:wholeTbl>
      <a:tcTxStyle b="off" i="off">
        <a:font>
          <a:latin typeface="Calibri"/>
          <a:ea typeface="Calibri"/>
          <a:cs typeface="Calibri"/>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12700">
              <a:solidFill>
                <a:schemeClr val="accen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lastCol>
    <a:firstCol>
      <a:tcTxStyle b="on" i="off"/>
    </a:firstCol>
    <a:lastRow>
      <a:tcTxStyle b="on" i="off"/>
      <a:tcStyle>
        <a:tcBdr>
          <a:top>
            <a:ln cap="flat" cmpd="sng" w="25400">
              <a:solidFill>
                <a:schemeClr val="accent1"/>
              </a:solidFill>
              <a:prstDash val="solid"/>
              <a:round/>
              <a:headEnd len="sm" w="sm" type="none"/>
              <a:tailEnd len="sm" w="sm" type="none"/>
            </a:ln>
          </a:top>
        </a:tcBdr>
        <a:fill>
          <a:solidFill>
            <a:srgbClr val="E8EBF5"/>
          </a:solidFill>
        </a:fill>
      </a:tcStyle>
    </a:lastRow>
    <a:seCell>
      <a:tcTxStyle/>
    </a:seCell>
    <a:swCell>
      <a:tcTxStyle/>
    </a:swCell>
    <a:firstRow>
      <a:tcTxStyle b="on" i="off"/>
      <a:tcStyle>
        <a:fill>
          <a:solidFill>
            <a:srgbClr val="E8EBF5"/>
          </a:solidFill>
        </a:fill>
      </a:tcStyle>
    </a:firstRow>
    <a:neCell>
      <a:tcTxStyle/>
    </a:neCell>
    <a:nwCell>
      <a:tcTxStyle/>
    </a:nwCell>
  </a:tblStyle>
  <a:tblStyle styleId="{8E68E55E-5B9F-4CBF-B0FA-E5EBBC8F1E69}"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15" name="Shape 15"/>
        <p:cNvGrpSpPr/>
        <p:nvPr/>
      </p:nvGrpSpPr>
      <p:grpSpPr>
        <a:xfrm>
          <a:off x="0" y="0"/>
          <a:ext cx="0" cy="0"/>
          <a:chOff x="0" y="0"/>
          <a:chExt cx="0" cy="0"/>
        </a:xfrm>
      </p:grpSpPr>
      <p:sp>
        <p:nvSpPr>
          <p:cNvPr id="16" name="Google Shape;16;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type="title">
  <p:cSld name="TITLE">
    <p:spTree>
      <p:nvGrpSpPr>
        <p:cNvPr id="19" name="Shape 19"/>
        <p:cNvGrpSpPr/>
        <p:nvPr/>
      </p:nvGrpSpPr>
      <p:grpSpPr>
        <a:xfrm>
          <a:off x="0" y="0"/>
          <a:ext cx="0" cy="0"/>
          <a:chOff x="0" y="0"/>
          <a:chExt cx="0" cy="0"/>
        </a:xfrm>
      </p:grpSpPr>
      <p:sp>
        <p:nvSpPr>
          <p:cNvPr id="20" name="Google Shape;20;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25" name="Shape 25"/>
        <p:cNvGrpSpPr/>
        <p:nvPr/>
      </p:nvGrpSpPr>
      <p:grpSpPr>
        <a:xfrm>
          <a:off x="0" y="0"/>
          <a:ext cx="0" cy="0"/>
          <a:chOff x="0" y="0"/>
          <a:chExt cx="0" cy="0"/>
        </a:xfrm>
      </p:grpSpPr>
      <p:sp>
        <p:nvSpPr>
          <p:cNvPr id="26" name="Google Shape;2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31" name="Shape 31"/>
        <p:cNvGrpSpPr/>
        <p:nvPr/>
      </p:nvGrpSpPr>
      <p:grpSpPr>
        <a:xfrm>
          <a:off x="0" y="0"/>
          <a:ext cx="0" cy="0"/>
          <a:chOff x="0" y="0"/>
          <a:chExt cx="0" cy="0"/>
        </a:xfrm>
      </p:grpSpPr>
      <p:sp>
        <p:nvSpPr>
          <p:cNvPr id="32" name="Google Shape;32;p1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37" name="Shape 37"/>
        <p:cNvGrpSpPr/>
        <p:nvPr/>
      </p:nvGrpSpPr>
      <p:grpSpPr>
        <a:xfrm>
          <a:off x="0" y="0"/>
          <a:ext cx="0" cy="0"/>
          <a:chOff x="0" y="0"/>
          <a:chExt cx="0" cy="0"/>
        </a:xfrm>
      </p:grpSpPr>
      <p:sp>
        <p:nvSpPr>
          <p:cNvPr id="38" name="Google Shape;3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44" name="Shape 44"/>
        <p:cNvGrpSpPr/>
        <p:nvPr/>
      </p:nvGrpSpPr>
      <p:grpSpPr>
        <a:xfrm>
          <a:off x="0" y="0"/>
          <a:ext cx="0" cy="0"/>
          <a:chOff x="0" y="0"/>
          <a:chExt cx="0" cy="0"/>
        </a:xfrm>
      </p:grpSpPr>
      <p:sp>
        <p:nvSpPr>
          <p:cNvPr id="45" name="Google Shape;45;p2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2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2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53" name="Shape 53"/>
        <p:cNvGrpSpPr/>
        <p:nvPr/>
      </p:nvGrpSpPr>
      <p:grpSpPr>
        <a:xfrm>
          <a:off x="0" y="0"/>
          <a:ext cx="0" cy="0"/>
          <a:chOff x="0" y="0"/>
          <a:chExt cx="0" cy="0"/>
        </a:xfrm>
      </p:grpSpPr>
      <p:sp>
        <p:nvSpPr>
          <p:cNvPr id="54" name="Google Shape;5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58" name="Shape 58"/>
        <p:cNvGrpSpPr/>
        <p:nvPr/>
      </p:nvGrpSpPr>
      <p:grpSpPr>
        <a:xfrm>
          <a:off x="0" y="0"/>
          <a:ext cx="0" cy="0"/>
          <a:chOff x="0" y="0"/>
          <a:chExt cx="0" cy="0"/>
        </a:xfrm>
      </p:grpSpPr>
      <p:sp>
        <p:nvSpPr>
          <p:cNvPr id="59" name="Google Shape;59;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65" name="Shape 65"/>
        <p:cNvGrpSpPr/>
        <p:nvPr/>
      </p:nvGrpSpPr>
      <p:grpSpPr>
        <a:xfrm>
          <a:off x="0" y="0"/>
          <a:ext cx="0" cy="0"/>
          <a:chOff x="0" y="0"/>
          <a:chExt cx="0" cy="0"/>
        </a:xfrm>
      </p:grpSpPr>
      <p:sp>
        <p:nvSpPr>
          <p:cNvPr id="66" name="Google Shape;66;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3"/>
          <p:cNvSpPr/>
          <p:nvPr>
            <p:ph idx="2" type="pic"/>
          </p:nvPr>
        </p:nvSpPr>
        <p:spPr>
          <a:xfrm>
            <a:off x="5183188" y="987425"/>
            <a:ext cx="6172200" cy="4873625"/>
          </a:xfrm>
          <a:prstGeom prst="rect">
            <a:avLst/>
          </a:prstGeom>
          <a:noFill/>
          <a:ln>
            <a:noFill/>
          </a:ln>
        </p:spPr>
      </p:sp>
      <p:sp>
        <p:nvSpPr>
          <p:cNvPr id="68" name="Google Shape;68;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72" name="Shape 72"/>
        <p:cNvGrpSpPr/>
        <p:nvPr/>
      </p:nvGrpSpPr>
      <p:grpSpPr>
        <a:xfrm>
          <a:off x="0" y="0"/>
          <a:ext cx="0" cy="0"/>
          <a:chOff x="0" y="0"/>
          <a:chExt cx="0" cy="0"/>
        </a:xfrm>
      </p:grpSpPr>
      <p:sp>
        <p:nvSpPr>
          <p:cNvPr id="73" name="Google Shape;73;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78" name="Shape 78"/>
        <p:cNvGrpSpPr/>
        <p:nvPr/>
      </p:nvGrpSpPr>
      <p:grpSpPr>
        <a:xfrm>
          <a:off x="0" y="0"/>
          <a:ext cx="0" cy="0"/>
          <a:chOff x="0" y="0"/>
          <a:chExt cx="0" cy="0"/>
        </a:xfrm>
      </p:grpSpPr>
      <p:sp>
        <p:nvSpPr>
          <p:cNvPr id="79" name="Google Shape;79;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it.wikipedia.org/wiki/La_teoria_della_comunicazione_nei_sistemi_crittografici" TargetMode="Externa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jp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jp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jpg"/><Relationship Id="rId4" Type="http://schemas.openxmlformats.org/officeDocument/2006/relationships/image" Target="../media/image4.jpg"/><Relationship Id="rId5"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 name="Google Shape;89;p1"/>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2000" u="none" cap="none" strike="noStrike">
                <a:solidFill>
                  <a:schemeClr val="dk1"/>
                </a:solidFill>
                <a:latin typeface="Calibri"/>
                <a:ea typeface="Calibri"/>
                <a:cs typeface="Calibri"/>
                <a:sym typeface="Calibri"/>
              </a:rPr>
              <a:t>ZANARDELLI ALESSIO</a:t>
            </a:r>
            <a:endParaRPr/>
          </a:p>
        </p:txBody>
      </p:sp>
      <p:sp>
        <p:nvSpPr>
          <p:cNvPr id="90" name="Google Shape;90;p1"/>
          <p:cNvSpPr txBox="1"/>
          <p:nvPr/>
        </p:nvSpPr>
        <p:spPr>
          <a:xfrm>
            <a:off x="3465923" y="2875002"/>
            <a:ext cx="5260158" cy="212365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GB" sz="6600" u="none" cap="none" strike="noStrike">
                <a:solidFill>
                  <a:schemeClr val="dk1"/>
                </a:solidFill>
                <a:latin typeface="Calibri"/>
                <a:ea typeface="Calibri"/>
                <a:cs typeface="Calibri"/>
                <a:sym typeface="Calibri"/>
              </a:rPr>
              <a:t>CRITTOGRAFIA</a:t>
            </a:r>
            <a:endParaRPr/>
          </a:p>
          <a:p>
            <a:pPr indent="0" lvl="0" marL="0" marR="0" rtl="0" algn="ctr">
              <a:spcBef>
                <a:spcPts val="0"/>
              </a:spcBef>
              <a:spcAft>
                <a:spcPts val="0"/>
              </a:spcAft>
              <a:buNone/>
            </a:pPr>
            <a:r>
              <a:rPr b="0" i="0" lang="en-GB" sz="6600" u="none" cap="none" strike="noStrike">
                <a:solidFill>
                  <a:schemeClr val="dk1"/>
                </a:solidFill>
                <a:latin typeface="Calibri"/>
                <a:ea typeface="Calibri"/>
                <a:cs typeface="Calibri"/>
                <a:sym typeface="Calibri"/>
              </a:rPr>
              <a:t>STORIA</a:t>
            </a:r>
            <a:endParaRPr/>
          </a:p>
        </p:txBody>
      </p:sp>
      <p:pic>
        <p:nvPicPr>
          <p:cNvPr descr="Immagine che contiene Elementi grafici, cerchio, Policromia&#10;&#10;Il contenuto generato dall&amp;#39;IA potrebbe non essere corretto." id="91" name="Google Shape;91;p1"/>
          <p:cNvPicPr preferRelativeResize="0"/>
          <p:nvPr/>
        </p:nvPicPr>
        <p:blipFill rotWithShape="1">
          <a:blip r:embed="rId3">
            <a:alphaModFix/>
          </a:blip>
          <a:srcRect b="0" l="0" r="0" t="0"/>
          <a:stretch/>
        </p:blipFill>
        <p:spPr>
          <a:xfrm>
            <a:off x="5728855" y="65294"/>
            <a:ext cx="741219" cy="73532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8" name="Google Shape;98;p2"/>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2000" u="none" cap="none" strike="noStrike">
                <a:solidFill>
                  <a:schemeClr val="dk1"/>
                </a:solidFill>
                <a:latin typeface="Calibri"/>
                <a:ea typeface="Calibri"/>
                <a:cs typeface="Calibri"/>
                <a:sym typeface="Calibri"/>
              </a:rPr>
              <a:t>ZANARDELLI ALESSIO</a:t>
            </a:r>
            <a:endParaRPr/>
          </a:p>
        </p:txBody>
      </p:sp>
      <p:sp>
        <p:nvSpPr>
          <p:cNvPr id="99" name="Google Shape;99;p2"/>
          <p:cNvSpPr txBox="1"/>
          <p:nvPr/>
        </p:nvSpPr>
        <p:spPr>
          <a:xfrm>
            <a:off x="95250" y="69097"/>
            <a:ext cx="9934575"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GB" sz="4000" u="none" cap="none" strike="noStrike">
                <a:solidFill>
                  <a:srgbClr val="FF0000"/>
                </a:solidFill>
                <a:latin typeface="Calibri"/>
                <a:ea typeface="Calibri"/>
                <a:cs typeface="Calibri"/>
                <a:sym typeface="Calibri"/>
              </a:rPr>
              <a:t>CIFRARIO DI GIULIO CESARE</a:t>
            </a:r>
            <a:endParaRPr/>
          </a:p>
        </p:txBody>
      </p:sp>
      <p:sp>
        <p:nvSpPr>
          <p:cNvPr id="100" name="Google Shape;100;p2"/>
          <p:cNvSpPr txBox="1"/>
          <p:nvPr/>
        </p:nvSpPr>
        <p:spPr>
          <a:xfrm>
            <a:off x="2884" y="909204"/>
            <a:ext cx="12189000" cy="526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Crittografia a sostituzione basata su cifrario con chiave </a:t>
            </a:r>
            <a:r>
              <a:rPr b="1" i="1" lang="en-GB" sz="2400">
                <a:solidFill>
                  <a:schemeClr val="dk1"/>
                </a:solidFill>
                <a:latin typeface="Calibri"/>
                <a:ea typeface="Calibri"/>
                <a:cs typeface="Calibri"/>
                <a:sym typeface="Calibri"/>
              </a:rPr>
              <a:t>K</a:t>
            </a:r>
            <a:r>
              <a:rPr lang="en-GB" sz="2400">
                <a:solidFill>
                  <a:schemeClr val="dk1"/>
                </a:solidFill>
                <a:latin typeface="Calibri"/>
                <a:ea typeface="Calibri"/>
                <a:cs typeface="Calibri"/>
                <a:sym typeface="Calibri"/>
              </a:rPr>
              <a:t> simmetrica.</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Si narra che Giulio Cesare usasse un algoritmo di cifratura semplice ed efficace (a quei tempi, primo secolo avanti cristo) per comunicare con riservatezza con i generali.</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Algoritmo di cifratura: ogni lettera va sostituita con la lettera che la </a:t>
            </a:r>
            <a:r>
              <a:rPr lang="en-GB" sz="2400" u="sng">
                <a:solidFill>
                  <a:schemeClr val="dk1"/>
                </a:solidFill>
                <a:latin typeface="Calibri"/>
                <a:ea typeface="Calibri"/>
                <a:cs typeface="Calibri"/>
                <a:sym typeface="Calibri"/>
              </a:rPr>
              <a:t>segue</a:t>
            </a:r>
            <a:r>
              <a:rPr lang="en-GB" sz="2400">
                <a:solidFill>
                  <a:schemeClr val="dk1"/>
                </a:solidFill>
                <a:latin typeface="Calibri"/>
                <a:ea typeface="Calibri"/>
                <a:cs typeface="Calibri"/>
                <a:sym typeface="Calibri"/>
              </a:rPr>
              <a:t> di </a:t>
            </a:r>
            <a:r>
              <a:rPr b="1" i="1" lang="en-GB" sz="2400">
                <a:solidFill>
                  <a:schemeClr val="dk1"/>
                </a:solidFill>
                <a:latin typeface="Calibri"/>
                <a:ea typeface="Calibri"/>
                <a:cs typeface="Calibri"/>
                <a:sym typeface="Calibri"/>
              </a:rPr>
              <a:t>K</a:t>
            </a:r>
            <a:r>
              <a:rPr lang="en-GB" sz="2400">
                <a:solidFill>
                  <a:schemeClr val="dk1"/>
                </a:solidFill>
                <a:latin typeface="Calibri"/>
                <a:ea typeface="Calibri"/>
                <a:cs typeface="Calibri"/>
                <a:sym typeface="Calibri"/>
              </a:rPr>
              <a:t> posizioni.</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Algoritmo di decifratura: ogni lettera va sostituita con la lettera che la </a:t>
            </a:r>
            <a:r>
              <a:rPr lang="en-GB" sz="2400" u="sng">
                <a:solidFill>
                  <a:schemeClr val="dk1"/>
                </a:solidFill>
                <a:latin typeface="Calibri"/>
                <a:ea typeface="Calibri"/>
                <a:cs typeface="Calibri"/>
                <a:sym typeface="Calibri"/>
              </a:rPr>
              <a:t>precede</a:t>
            </a:r>
            <a:r>
              <a:rPr lang="en-GB" sz="2400">
                <a:solidFill>
                  <a:schemeClr val="dk1"/>
                </a:solidFill>
                <a:latin typeface="Calibri"/>
                <a:ea typeface="Calibri"/>
                <a:cs typeface="Calibri"/>
                <a:sym typeface="Calibri"/>
              </a:rPr>
              <a:t> di </a:t>
            </a:r>
            <a:r>
              <a:rPr b="1" i="1" lang="en-GB" sz="2400">
                <a:solidFill>
                  <a:schemeClr val="dk1"/>
                </a:solidFill>
                <a:latin typeface="Calibri"/>
                <a:ea typeface="Calibri"/>
                <a:cs typeface="Calibri"/>
                <a:sym typeface="Calibri"/>
              </a:rPr>
              <a:t>K</a:t>
            </a:r>
            <a:r>
              <a:rPr lang="en-GB" sz="2400">
                <a:solidFill>
                  <a:schemeClr val="dk1"/>
                </a:solidFill>
                <a:latin typeface="Calibri"/>
                <a:ea typeface="Calibri"/>
                <a:cs typeface="Calibri"/>
                <a:sym typeface="Calibri"/>
              </a:rPr>
              <a:t> posizioni.</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Il messaggio ‘CRITTOGRAFIA’ verrà cifrato in ‘HWNYYTLWFKNF’.</a:t>
            </a:r>
            <a:endParaRPr/>
          </a:p>
        </p:txBody>
      </p:sp>
      <p:graphicFrame>
        <p:nvGraphicFramePr>
          <p:cNvPr id="101" name="Google Shape;101;p2"/>
          <p:cNvGraphicFramePr/>
          <p:nvPr/>
        </p:nvGraphicFramePr>
        <p:xfrm>
          <a:off x="2836979" y="4585277"/>
          <a:ext cx="3000000" cy="3000000"/>
        </p:xfrm>
        <a:graphic>
          <a:graphicData uri="http://schemas.openxmlformats.org/drawingml/2006/table">
            <a:tbl>
              <a:tblPr bandRow="1" firstRow="1">
                <a:noFill/>
                <a:tableStyleId>{3391ECB9-A993-4AB1-933C-A51E340D023B}</a:tableStyleId>
              </a:tblPr>
              <a:tblGrid>
                <a:gridCol w="344300"/>
                <a:gridCol w="344300"/>
                <a:gridCol w="344300"/>
                <a:gridCol w="344300"/>
                <a:gridCol w="344300"/>
                <a:gridCol w="344300"/>
                <a:gridCol w="344300"/>
                <a:gridCol w="344300"/>
                <a:gridCol w="344300"/>
                <a:gridCol w="344300"/>
                <a:gridCol w="344300"/>
                <a:gridCol w="344300"/>
                <a:gridCol w="344300"/>
                <a:gridCol w="344300"/>
                <a:gridCol w="344300"/>
                <a:gridCol w="344300"/>
                <a:gridCol w="344300"/>
                <a:gridCol w="344300"/>
                <a:gridCol w="344300"/>
                <a:gridCol w="344300"/>
                <a:gridCol w="344300"/>
                <a:gridCol w="344300"/>
                <a:gridCol w="344300"/>
                <a:gridCol w="344300"/>
                <a:gridCol w="344300"/>
                <a:gridCol w="344300"/>
              </a:tblGrid>
              <a:tr h="320750">
                <a:tc>
                  <a:txBody>
                    <a:bodyPr/>
                    <a:lstStyle/>
                    <a:p>
                      <a:pPr indent="0" lvl="0" marL="0" marR="0" rtl="0" algn="l">
                        <a:spcBef>
                          <a:spcPts val="0"/>
                        </a:spcBef>
                        <a:spcAft>
                          <a:spcPts val="0"/>
                        </a:spcAft>
                        <a:buNone/>
                      </a:pPr>
                      <a:r>
                        <a:rPr lang="en-GB" sz="1800" u="none" cap="none" strike="noStrike"/>
                        <a:t>A</a:t>
                      </a:r>
                      <a:endParaRPr/>
                    </a:p>
                  </a:txBody>
                  <a:tcPr marT="45725" marB="45725" marR="91450" marL="91450">
                    <a:noFill/>
                  </a:tcPr>
                </a:tc>
                <a:tc>
                  <a:txBody>
                    <a:bodyPr/>
                    <a:lstStyle/>
                    <a:p>
                      <a:pPr indent="0" lvl="0" marL="0" marR="0" rtl="0" algn="l">
                        <a:spcBef>
                          <a:spcPts val="0"/>
                        </a:spcBef>
                        <a:spcAft>
                          <a:spcPts val="0"/>
                        </a:spcAft>
                        <a:buNone/>
                      </a:pPr>
                      <a:r>
                        <a:rPr lang="en-GB" sz="1800"/>
                        <a:t>B</a:t>
                      </a:r>
                      <a:endParaRPr/>
                    </a:p>
                  </a:txBody>
                  <a:tcPr marT="45725" marB="45725" marR="91450" marL="91450">
                    <a:noFill/>
                  </a:tcPr>
                </a:tc>
                <a:tc>
                  <a:txBody>
                    <a:bodyPr/>
                    <a:lstStyle/>
                    <a:p>
                      <a:pPr indent="0" lvl="0" marL="0" marR="0" rtl="0" algn="l">
                        <a:spcBef>
                          <a:spcPts val="0"/>
                        </a:spcBef>
                        <a:spcAft>
                          <a:spcPts val="0"/>
                        </a:spcAft>
                        <a:buNone/>
                      </a:pPr>
                      <a:r>
                        <a:rPr lang="en-GB" sz="1800"/>
                        <a:t>C</a:t>
                      </a:r>
                      <a:endParaRPr/>
                    </a:p>
                  </a:txBody>
                  <a:tcPr marT="45725" marB="45725" marR="91450" marL="91450">
                    <a:noFill/>
                  </a:tcPr>
                </a:tc>
                <a:tc>
                  <a:txBody>
                    <a:bodyPr/>
                    <a:lstStyle/>
                    <a:p>
                      <a:pPr indent="0" lvl="0" marL="0" marR="0" rtl="0" algn="l">
                        <a:spcBef>
                          <a:spcPts val="0"/>
                        </a:spcBef>
                        <a:spcAft>
                          <a:spcPts val="0"/>
                        </a:spcAft>
                        <a:buNone/>
                      </a:pPr>
                      <a:r>
                        <a:rPr lang="en-GB" sz="1800"/>
                        <a:t>D</a:t>
                      </a:r>
                      <a:endParaRPr/>
                    </a:p>
                  </a:txBody>
                  <a:tcPr marT="45725" marB="45725" marR="91450" marL="91450">
                    <a:noFill/>
                  </a:tcPr>
                </a:tc>
                <a:tc>
                  <a:txBody>
                    <a:bodyPr/>
                    <a:lstStyle/>
                    <a:p>
                      <a:pPr indent="0" lvl="0" marL="0" marR="0" rtl="0" algn="l">
                        <a:spcBef>
                          <a:spcPts val="0"/>
                        </a:spcBef>
                        <a:spcAft>
                          <a:spcPts val="0"/>
                        </a:spcAft>
                        <a:buNone/>
                      </a:pPr>
                      <a:r>
                        <a:rPr lang="en-GB" sz="1800"/>
                        <a:t>E</a:t>
                      </a:r>
                      <a:endParaRPr/>
                    </a:p>
                  </a:txBody>
                  <a:tcPr marT="45725" marB="45725" marR="91450" marL="91450">
                    <a:noFill/>
                  </a:tcPr>
                </a:tc>
                <a:tc>
                  <a:txBody>
                    <a:bodyPr/>
                    <a:lstStyle/>
                    <a:p>
                      <a:pPr indent="0" lvl="0" marL="0" marR="0" rtl="0" algn="l">
                        <a:spcBef>
                          <a:spcPts val="0"/>
                        </a:spcBef>
                        <a:spcAft>
                          <a:spcPts val="0"/>
                        </a:spcAft>
                        <a:buNone/>
                      </a:pPr>
                      <a:r>
                        <a:rPr lang="en-GB" sz="1800"/>
                        <a:t>F</a:t>
                      </a:r>
                      <a:endParaRPr/>
                    </a:p>
                  </a:txBody>
                  <a:tcPr marT="45725" marB="45725" marR="91450" marL="91450">
                    <a:noFill/>
                  </a:tcPr>
                </a:tc>
                <a:tc>
                  <a:txBody>
                    <a:bodyPr/>
                    <a:lstStyle/>
                    <a:p>
                      <a:pPr indent="0" lvl="0" marL="0" marR="0" rtl="0" algn="l">
                        <a:spcBef>
                          <a:spcPts val="0"/>
                        </a:spcBef>
                        <a:spcAft>
                          <a:spcPts val="0"/>
                        </a:spcAft>
                        <a:buNone/>
                      </a:pPr>
                      <a:r>
                        <a:rPr lang="en-GB" sz="1800"/>
                        <a:t>G</a:t>
                      </a:r>
                      <a:endParaRPr/>
                    </a:p>
                  </a:txBody>
                  <a:tcPr marT="45725" marB="45725" marR="91450" marL="91450">
                    <a:noFill/>
                  </a:tcPr>
                </a:tc>
                <a:tc>
                  <a:txBody>
                    <a:bodyPr/>
                    <a:lstStyle/>
                    <a:p>
                      <a:pPr indent="0" lvl="0" marL="0" marR="0" rtl="0" algn="l">
                        <a:spcBef>
                          <a:spcPts val="0"/>
                        </a:spcBef>
                        <a:spcAft>
                          <a:spcPts val="0"/>
                        </a:spcAft>
                        <a:buNone/>
                      </a:pPr>
                      <a:r>
                        <a:rPr lang="en-GB" sz="1800"/>
                        <a:t>H</a:t>
                      </a:r>
                      <a:endParaRPr/>
                    </a:p>
                  </a:txBody>
                  <a:tcPr marT="45725" marB="45725" marR="91450" marL="91450">
                    <a:noFill/>
                  </a:tcPr>
                </a:tc>
                <a:tc>
                  <a:txBody>
                    <a:bodyPr/>
                    <a:lstStyle/>
                    <a:p>
                      <a:pPr indent="0" lvl="0" marL="0" marR="0" rtl="0" algn="l">
                        <a:spcBef>
                          <a:spcPts val="0"/>
                        </a:spcBef>
                        <a:spcAft>
                          <a:spcPts val="0"/>
                        </a:spcAft>
                        <a:buNone/>
                      </a:pPr>
                      <a:r>
                        <a:rPr lang="en-GB" sz="1800"/>
                        <a:t>I</a:t>
                      </a:r>
                      <a:endParaRPr/>
                    </a:p>
                  </a:txBody>
                  <a:tcPr marT="45725" marB="45725" marR="91450" marL="91450">
                    <a:noFill/>
                  </a:tcPr>
                </a:tc>
                <a:tc>
                  <a:txBody>
                    <a:bodyPr/>
                    <a:lstStyle/>
                    <a:p>
                      <a:pPr indent="0" lvl="0" marL="0" marR="0" rtl="0" algn="l">
                        <a:spcBef>
                          <a:spcPts val="0"/>
                        </a:spcBef>
                        <a:spcAft>
                          <a:spcPts val="0"/>
                        </a:spcAft>
                        <a:buNone/>
                      </a:pPr>
                      <a:r>
                        <a:rPr lang="en-GB" sz="1800"/>
                        <a:t>J</a:t>
                      </a:r>
                      <a:endParaRPr/>
                    </a:p>
                  </a:txBody>
                  <a:tcPr marT="45725" marB="45725" marR="91450" marL="91450">
                    <a:noFill/>
                  </a:tcPr>
                </a:tc>
                <a:tc>
                  <a:txBody>
                    <a:bodyPr/>
                    <a:lstStyle/>
                    <a:p>
                      <a:pPr indent="0" lvl="0" marL="0" marR="0" rtl="0" algn="l">
                        <a:spcBef>
                          <a:spcPts val="0"/>
                        </a:spcBef>
                        <a:spcAft>
                          <a:spcPts val="0"/>
                        </a:spcAft>
                        <a:buNone/>
                      </a:pPr>
                      <a:r>
                        <a:rPr lang="en-GB" sz="1800"/>
                        <a:t>K</a:t>
                      </a:r>
                      <a:endParaRPr/>
                    </a:p>
                  </a:txBody>
                  <a:tcPr marT="45725" marB="45725" marR="91450" marL="91450">
                    <a:noFill/>
                  </a:tcPr>
                </a:tc>
                <a:tc>
                  <a:txBody>
                    <a:bodyPr/>
                    <a:lstStyle/>
                    <a:p>
                      <a:pPr indent="0" lvl="0" marL="0" marR="0" rtl="0" algn="l">
                        <a:spcBef>
                          <a:spcPts val="0"/>
                        </a:spcBef>
                        <a:spcAft>
                          <a:spcPts val="0"/>
                        </a:spcAft>
                        <a:buNone/>
                      </a:pPr>
                      <a:r>
                        <a:rPr lang="en-GB" sz="1800"/>
                        <a:t>L</a:t>
                      </a:r>
                      <a:endParaRPr/>
                    </a:p>
                  </a:txBody>
                  <a:tcPr marT="45725" marB="45725" marR="91450" marL="91450">
                    <a:noFill/>
                  </a:tcPr>
                </a:tc>
                <a:tc>
                  <a:txBody>
                    <a:bodyPr/>
                    <a:lstStyle/>
                    <a:p>
                      <a:pPr indent="0" lvl="0" marL="0" marR="0" rtl="0" algn="l">
                        <a:spcBef>
                          <a:spcPts val="0"/>
                        </a:spcBef>
                        <a:spcAft>
                          <a:spcPts val="0"/>
                        </a:spcAft>
                        <a:buNone/>
                      </a:pPr>
                      <a:r>
                        <a:rPr lang="en-GB" sz="1800"/>
                        <a:t>M</a:t>
                      </a:r>
                      <a:endParaRPr/>
                    </a:p>
                  </a:txBody>
                  <a:tcPr marT="45725" marB="45725" marR="91450" marL="91450">
                    <a:noFill/>
                  </a:tcPr>
                </a:tc>
                <a:tc>
                  <a:txBody>
                    <a:bodyPr/>
                    <a:lstStyle/>
                    <a:p>
                      <a:pPr indent="0" lvl="0" marL="0" marR="0" rtl="0" algn="l">
                        <a:spcBef>
                          <a:spcPts val="0"/>
                        </a:spcBef>
                        <a:spcAft>
                          <a:spcPts val="0"/>
                        </a:spcAft>
                        <a:buNone/>
                      </a:pPr>
                      <a:r>
                        <a:rPr lang="en-GB" sz="1800"/>
                        <a:t>N</a:t>
                      </a:r>
                      <a:endParaRPr/>
                    </a:p>
                  </a:txBody>
                  <a:tcPr marT="45725" marB="45725" marR="91450" marL="91450">
                    <a:noFill/>
                  </a:tcPr>
                </a:tc>
                <a:tc>
                  <a:txBody>
                    <a:bodyPr/>
                    <a:lstStyle/>
                    <a:p>
                      <a:pPr indent="0" lvl="0" marL="0" marR="0" rtl="0" algn="l">
                        <a:spcBef>
                          <a:spcPts val="0"/>
                        </a:spcBef>
                        <a:spcAft>
                          <a:spcPts val="0"/>
                        </a:spcAft>
                        <a:buNone/>
                      </a:pPr>
                      <a:r>
                        <a:rPr lang="en-GB" sz="1800"/>
                        <a:t>O</a:t>
                      </a:r>
                      <a:endParaRPr/>
                    </a:p>
                  </a:txBody>
                  <a:tcPr marT="45725" marB="45725" marR="91450" marL="91450">
                    <a:noFill/>
                  </a:tcPr>
                </a:tc>
                <a:tc>
                  <a:txBody>
                    <a:bodyPr/>
                    <a:lstStyle/>
                    <a:p>
                      <a:pPr indent="0" lvl="0" marL="0" marR="0" rtl="0" algn="l">
                        <a:spcBef>
                          <a:spcPts val="0"/>
                        </a:spcBef>
                        <a:spcAft>
                          <a:spcPts val="0"/>
                        </a:spcAft>
                        <a:buNone/>
                      </a:pPr>
                      <a:r>
                        <a:rPr lang="en-GB" sz="1800"/>
                        <a:t>P</a:t>
                      </a:r>
                      <a:endParaRPr/>
                    </a:p>
                  </a:txBody>
                  <a:tcPr marT="45725" marB="45725" marR="91450" marL="91450">
                    <a:noFill/>
                  </a:tcPr>
                </a:tc>
                <a:tc>
                  <a:txBody>
                    <a:bodyPr/>
                    <a:lstStyle/>
                    <a:p>
                      <a:pPr indent="0" lvl="0" marL="0" marR="0" rtl="0" algn="l">
                        <a:spcBef>
                          <a:spcPts val="0"/>
                        </a:spcBef>
                        <a:spcAft>
                          <a:spcPts val="0"/>
                        </a:spcAft>
                        <a:buNone/>
                      </a:pPr>
                      <a:r>
                        <a:rPr lang="en-GB" sz="1800"/>
                        <a:t>Q</a:t>
                      </a:r>
                      <a:endParaRPr/>
                    </a:p>
                  </a:txBody>
                  <a:tcPr marT="45725" marB="45725" marR="91450" marL="91450">
                    <a:noFill/>
                  </a:tcPr>
                </a:tc>
                <a:tc>
                  <a:txBody>
                    <a:bodyPr/>
                    <a:lstStyle/>
                    <a:p>
                      <a:pPr indent="0" lvl="0" marL="0" marR="0" rtl="0" algn="l">
                        <a:spcBef>
                          <a:spcPts val="0"/>
                        </a:spcBef>
                        <a:spcAft>
                          <a:spcPts val="0"/>
                        </a:spcAft>
                        <a:buNone/>
                      </a:pPr>
                      <a:r>
                        <a:rPr lang="en-GB" sz="1800"/>
                        <a:t>R</a:t>
                      </a:r>
                      <a:endParaRPr/>
                    </a:p>
                  </a:txBody>
                  <a:tcPr marT="45725" marB="45725" marR="91450" marL="91450">
                    <a:noFill/>
                  </a:tcPr>
                </a:tc>
                <a:tc>
                  <a:txBody>
                    <a:bodyPr/>
                    <a:lstStyle/>
                    <a:p>
                      <a:pPr indent="0" lvl="0" marL="0" marR="0" rtl="0" algn="l">
                        <a:spcBef>
                          <a:spcPts val="0"/>
                        </a:spcBef>
                        <a:spcAft>
                          <a:spcPts val="0"/>
                        </a:spcAft>
                        <a:buNone/>
                      </a:pPr>
                      <a:r>
                        <a:rPr lang="en-GB" sz="1800"/>
                        <a:t>S</a:t>
                      </a:r>
                      <a:endParaRPr/>
                    </a:p>
                  </a:txBody>
                  <a:tcPr marT="45725" marB="45725" marR="91450" marL="91450">
                    <a:noFill/>
                  </a:tcPr>
                </a:tc>
                <a:tc>
                  <a:txBody>
                    <a:bodyPr/>
                    <a:lstStyle/>
                    <a:p>
                      <a:pPr indent="0" lvl="0" marL="0" marR="0" rtl="0" algn="l">
                        <a:spcBef>
                          <a:spcPts val="0"/>
                        </a:spcBef>
                        <a:spcAft>
                          <a:spcPts val="0"/>
                        </a:spcAft>
                        <a:buNone/>
                      </a:pPr>
                      <a:r>
                        <a:rPr lang="en-GB" sz="1800"/>
                        <a:t>T</a:t>
                      </a:r>
                      <a:endParaRPr/>
                    </a:p>
                  </a:txBody>
                  <a:tcPr marT="45725" marB="45725" marR="91450" marL="91450">
                    <a:noFill/>
                  </a:tcPr>
                </a:tc>
                <a:tc>
                  <a:txBody>
                    <a:bodyPr/>
                    <a:lstStyle/>
                    <a:p>
                      <a:pPr indent="0" lvl="0" marL="0" marR="0" rtl="0" algn="l">
                        <a:spcBef>
                          <a:spcPts val="0"/>
                        </a:spcBef>
                        <a:spcAft>
                          <a:spcPts val="0"/>
                        </a:spcAft>
                        <a:buNone/>
                      </a:pPr>
                      <a:r>
                        <a:rPr lang="en-GB" sz="1800"/>
                        <a:t>U</a:t>
                      </a:r>
                      <a:endParaRPr/>
                    </a:p>
                  </a:txBody>
                  <a:tcPr marT="45725" marB="45725" marR="91450" marL="91450">
                    <a:noFill/>
                  </a:tcPr>
                </a:tc>
                <a:tc>
                  <a:txBody>
                    <a:bodyPr/>
                    <a:lstStyle/>
                    <a:p>
                      <a:pPr indent="0" lvl="0" marL="0" marR="0" rtl="0" algn="l">
                        <a:spcBef>
                          <a:spcPts val="0"/>
                        </a:spcBef>
                        <a:spcAft>
                          <a:spcPts val="0"/>
                        </a:spcAft>
                        <a:buNone/>
                      </a:pPr>
                      <a:r>
                        <a:rPr lang="en-GB" sz="1800"/>
                        <a:t>V</a:t>
                      </a:r>
                      <a:endParaRPr/>
                    </a:p>
                  </a:txBody>
                  <a:tcPr marT="45725" marB="45725" marR="91450" marL="91450">
                    <a:noFill/>
                  </a:tcPr>
                </a:tc>
                <a:tc>
                  <a:txBody>
                    <a:bodyPr/>
                    <a:lstStyle/>
                    <a:p>
                      <a:pPr indent="0" lvl="0" marL="0" marR="0" rtl="0" algn="l">
                        <a:spcBef>
                          <a:spcPts val="0"/>
                        </a:spcBef>
                        <a:spcAft>
                          <a:spcPts val="0"/>
                        </a:spcAft>
                        <a:buNone/>
                      </a:pPr>
                      <a:r>
                        <a:rPr lang="en-GB" sz="1800"/>
                        <a:t>W</a:t>
                      </a:r>
                      <a:endParaRPr/>
                    </a:p>
                  </a:txBody>
                  <a:tcPr marT="45725" marB="45725" marR="91450" marL="91450">
                    <a:noFill/>
                  </a:tcPr>
                </a:tc>
                <a:tc>
                  <a:txBody>
                    <a:bodyPr/>
                    <a:lstStyle/>
                    <a:p>
                      <a:pPr indent="0" lvl="0" marL="0" marR="0" rtl="0" algn="l">
                        <a:spcBef>
                          <a:spcPts val="0"/>
                        </a:spcBef>
                        <a:spcAft>
                          <a:spcPts val="0"/>
                        </a:spcAft>
                        <a:buNone/>
                      </a:pPr>
                      <a:r>
                        <a:rPr lang="en-GB" sz="1800"/>
                        <a:t>X</a:t>
                      </a:r>
                      <a:endParaRPr/>
                    </a:p>
                  </a:txBody>
                  <a:tcPr marT="45725" marB="45725" marR="91450" marL="91450">
                    <a:noFill/>
                  </a:tcPr>
                </a:tc>
                <a:tc>
                  <a:txBody>
                    <a:bodyPr/>
                    <a:lstStyle/>
                    <a:p>
                      <a:pPr indent="0" lvl="0" marL="0" marR="0" rtl="0" algn="l">
                        <a:spcBef>
                          <a:spcPts val="0"/>
                        </a:spcBef>
                        <a:spcAft>
                          <a:spcPts val="0"/>
                        </a:spcAft>
                        <a:buNone/>
                      </a:pPr>
                      <a:r>
                        <a:rPr lang="en-GB" sz="1800"/>
                        <a:t>Y</a:t>
                      </a:r>
                      <a:endParaRPr/>
                    </a:p>
                  </a:txBody>
                  <a:tcPr marT="45725" marB="45725" marR="91450" marL="91450">
                    <a:noFill/>
                  </a:tcPr>
                </a:tc>
                <a:tc>
                  <a:txBody>
                    <a:bodyPr/>
                    <a:lstStyle/>
                    <a:p>
                      <a:pPr indent="0" lvl="0" marL="0" marR="0" rtl="0" algn="l">
                        <a:spcBef>
                          <a:spcPts val="0"/>
                        </a:spcBef>
                        <a:spcAft>
                          <a:spcPts val="0"/>
                        </a:spcAft>
                        <a:buNone/>
                      </a:pPr>
                      <a:r>
                        <a:rPr lang="en-GB" sz="1800"/>
                        <a:t>Z</a:t>
                      </a:r>
                      <a:endParaRPr/>
                    </a:p>
                  </a:txBody>
                  <a:tcPr marT="45725" marB="45725" marR="91450" marL="91450">
                    <a:noFill/>
                  </a:tcPr>
                </a:tc>
              </a:tr>
              <a:tr h="320750">
                <a:tc>
                  <a:txBody>
                    <a:bodyPr/>
                    <a:lstStyle/>
                    <a:p>
                      <a:pPr indent="0" lvl="0" marL="0" marR="0" rtl="0" algn="l">
                        <a:spcBef>
                          <a:spcPts val="0"/>
                        </a:spcBef>
                        <a:spcAft>
                          <a:spcPts val="0"/>
                        </a:spcAft>
                        <a:buNone/>
                      </a:pPr>
                      <a:r>
                        <a:rPr lang="en-GB" sz="1800"/>
                        <a:t>F</a:t>
                      </a:r>
                      <a:endParaRPr/>
                    </a:p>
                  </a:txBody>
                  <a:tcPr marT="45725" marB="45725" marR="91450" marL="91450">
                    <a:noFill/>
                  </a:tcPr>
                </a:tc>
                <a:tc>
                  <a:txBody>
                    <a:bodyPr/>
                    <a:lstStyle/>
                    <a:p>
                      <a:pPr indent="0" lvl="0" marL="0" marR="0" rtl="0" algn="l">
                        <a:spcBef>
                          <a:spcPts val="0"/>
                        </a:spcBef>
                        <a:spcAft>
                          <a:spcPts val="0"/>
                        </a:spcAft>
                        <a:buNone/>
                      </a:pPr>
                      <a:r>
                        <a:rPr lang="en-GB" sz="1800"/>
                        <a:t>G</a:t>
                      </a:r>
                      <a:endParaRPr/>
                    </a:p>
                  </a:txBody>
                  <a:tcPr marT="45725" marB="45725" marR="91450" marL="91450">
                    <a:noFill/>
                  </a:tcPr>
                </a:tc>
                <a:tc>
                  <a:txBody>
                    <a:bodyPr/>
                    <a:lstStyle/>
                    <a:p>
                      <a:pPr indent="0" lvl="0" marL="0" marR="0" rtl="0" algn="l">
                        <a:spcBef>
                          <a:spcPts val="0"/>
                        </a:spcBef>
                        <a:spcAft>
                          <a:spcPts val="0"/>
                        </a:spcAft>
                        <a:buNone/>
                      </a:pPr>
                      <a:r>
                        <a:rPr lang="en-GB" sz="1800"/>
                        <a:t>H</a:t>
                      </a:r>
                      <a:endParaRPr/>
                    </a:p>
                  </a:txBody>
                  <a:tcPr marT="45725" marB="45725" marR="91450" marL="91450">
                    <a:noFill/>
                  </a:tcPr>
                </a:tc>
                <a:tc>
                  <a:txBody>
                    <a:bodyPr/>
                    <a:lstStyle/>
                    <a:p>
                      <a:pPr indent="0" lvl="0" marL="0" marR="0" rtl="0" algn="l">
                        <a:spcBef>
                          <a:spcPts val="0"/>
                        </a:spcBef>
                        <a:spcAft>
                          <a:spcPts val="0"/>
                        </a:spcAft>
                        <a:buNone/>
                      </a:pPr>
                      <a:r>
                        <a:rPr lang="en-GB" sz="1800"/>
                        <a:t>I</a:t>
                      </a:r>
                      <a:endParaRPr/>
                    </a:p>
                  </a:txBody>
                  <a:tcPr marT="45725" marB="45725" marR="91450" marL="91450">
                    <a:noFill/>
                  </a:tcPr>
                </a:tc>
                <a:tc>
                  <a:txBody>
                    <a:bodyPr/>
                    <a:lstStyle/>
                    <a:p>
                      <a:pPr indent="0" lvl="0" marL="0" marR="0" rtl="0" algn="l">
                        <a:spcBef>
                          <a:spcPts val="0"/>
                        </a:spcBef>
                        <a:spcAft>
                          <a:spcPts val="0"/>
                        </a:spcAft>
                        <a:buNone/>
                      </a:pPr>
                      <a:r>
                        <a:rPr lang="en-GB" sz="1800"/>
                        <a:t>J</a:t>
                      </a:r>
                      <a:endParaRPr/>
                    </a:p>
                  </a:txBody>
                  <a:tcPr marT="45725" marB="45725" marR="91450" marL="91450">
                    <a:noFill/>
                  </a:tcPr>
                </a:tc>
                <a:tc>
                  <a:txBody>
                    <a:bodyPr/>
                    <a:lstStyle/>
                    <a:p>
                      <a:pPr indent="0" lvl="0" marL="0" marR="0" rtl="0" algn="l">
                        <a:spcBef>
                          <a:spcPts val="0"/>
                        </a:spcBef>
                        <a:spcAft>
                          <a:spcPts val="0"/>
                        </a:spcAft>
                        <a:buNone/>
                      </a:pPr>
                      <a:r>
                        <a:rPr lang="en-GB" sz="1800"/>
                        <a:t>K</a:t>
                      </a:r>
                      <a:endParaRPr/>
                    </a:p>
                  </a:txBody>
                  <a:tcPr marT="45725" marB="45725" marR="91450" marL="91450">
                    <a:noFill/>
                  </a:tcPr>
                </a:tc>
                <a:tc>
                  <a:txBody>
                    <a:bodyPr/>
                    <a:lstStyle/>
                    <a:p>
                      <a:pPr indent="0" lvl="0" marL="0" marR="0" rtl="0" algn="l">
                        <a:spcBef>
                          <a:spcPts val="0"/>
                        </a:spcBef>
                        <a:spcAft>
                          <a:spcPts val="0"/>
                        </a:spcAft>
                        <a:buNone/>
                      </a:pPr>
                      <a:r>
                        <a:rPr lang="en-GB" sz="1800"/>
                        <a:t>L</a:t>
                      </a:r>
                      <a:endParaRPr/>
                    </a:p>
                  </a:txBody>
                  <a:tcPr marT="45725" marB="45725" marR="91450" marL="91450">
                    <a:noFill/>
                  </a:tcPr>
                </a:tc>
                <a:tc>
                  <a:txBody>
                    <a:bodyPr/>
                    <a:lstStyle/>
                    <a:p>
                      <a:pPr indent="0" lvl="0" marL="0" marR="0" rtl="0" algn="l">
                        <a:spcBef>
                          <a:spcPts val="0"/>
                        </a:spcBef>
                        <a:spcAft>
                          <a:spcPts val="0"/>
                        </a:spcAft>
                        <a:buNone/>
                      </a:pPr>
                      <a:r>
                        <a:rPr lang="en-GB" sz="1800"/>
                        <a:t>M</a:t>
                      </a:r>
                      <a:endParaRPr/>
                    </a:p>
                  </a:txBody>
                  <a:tcPr marT="45725" marB="45725" marR="91450" marL="91450">
                    <a:noFill/>
                  </a:tcPr>
                </a:tc>
                <a:tc>
                  <a:txBody>
                    <a:bodyPr/>
                    <a:lstStyle/>
                    <a:p>
                      <a:pPr indent="0" lvl="0" marL="0" marR="0" rtl="0" algn="l">
                        <a:spcBef>
                          <a:spcPts val="0"/>
                        </a:spcBef>
                        <a:spcAft>
                          <a:spcPts val="0"/>
                        </a:spcAft>
                        <a:buNone/>
                      </a:pPr>
                      <a:r>
                        <a:rPr lang="en-GB" sz="1800"/>
                        <a:t>N</a:t>
                      </a:r>
                      <a:endParaRPr/>
                    </a:p>
                  </a:txBody>
                  <a:tcPr marT="45725" marB="45725" marR="91450" marL="91450">
                    <a:noFill/>
                  </a:tcPr>
                </a:tc>
                <a:tc>
                  <a:txBody>
                    <a:bodyPr/>
                    <a:lstStyle/>
                    <a:p>
                      <a:pPr indent="0" lvl="0" marL="0" marR="0" rtl="0" algn="l">
                        <a:spcBef>
                          <a:spcPts val="0"/>
                        </a:spcBef>
                        <a:spcAft>
                          <a:spcPts val="0"/>
                        </a:spcAft>
                        <a:buNone/>
                      </a:pPr>
                      <a:r>
                        <a:rPr lang="en-GB" sz="1800"/>
                        <a:t>O</a:t>
                      </a:r>
                      <a:endParaRPr/>
                    </a:p>
                  </a:txBody>
                  <a:tcPr marT="45725" marB="45725" marR="91450" marL="91450">
                    <a:noFill/>
                  </a:tcPr>
                </a:tc>
                <a:tc>
                  <a:txBody>
                    <a:bodyPr/>
                    <a:lstStyle/>
                    <a:p>
                      <a:pPr indent="0" lvl="0" marL="0" marR="0" rtl="0" algn="l">
                        <a:spcBef>
                          <a:spcPts val="0"/>
                        </a:spcBef>
                        <a:spcAft>
                          <a:spcPts val="0"/>
                        </a:spcAft>
                        <a:buNone/>
                      </a:pPr>
                      <a:r>
                        <a:rPr lang="en-GB" sz="1800"/>
                        <a:t>P</a:t>
                      </a:r>
                      <a:endParaRPr/>
                    </a:p>
                  </a:txBody>
                  <a:tcPr marT="45725" marB="45725" marR="91450" marL="91450">
                    <a:noFill/>
                  </a:tcPr>
                </a:tc>
                <a:tc>
                  <a:txBody>
                    <a:bodyPr/>
                    <a:lstStyle/>
                    <a:p>
                      <a:pPr indent="0" lvl="0" marL="0" marR="0" rtl="0" algn="l">
                        <a:spcBef>
                          <a:spcPts val="0"/>
                        </a:spcBef>
                        <a:spcAft>
                          <a:spcPts val="0"/>
                        </a:spcAft>
                        <a:buNone/>
                      </a:pPr>
                      <a:r>
                        <a:rPr lang="en-GB" sz="1800"/>
                        <a:t>Q</a:t>
                      </a:r>
                      <a:endParaRPr/>
                    </a:p>
                  </a:txBody>
                  <a:tcPr marT="45725" marB="45725" marR="91450" marL="91450">
                    <a:noFill/>
                  </a:tcPr>
                </a:tc>
                <a:tc>
                  <a:txBody>
                    <a:bodyPr/>
                    <a:lstStyle/>
                    <a:p>
                      <a:pPr indent="0" lvl="0" marL="0" marR="0" rtl="0" algn="l">
                        <a:spcBef>
                          <a:spcPts val="0"/>
                        </a:spcBef>
                        <a:spcAft>
                          <a:spcPts val="0"/>
                        </a:spcAft>
                        <a:buNone/>
                      </a:pPr>
                      <a:r>
                        <a:rPr lang="en-GB" sz="1800"/>
                        <a:t>R</a:t>
                      </a:r>
                      <a:endParaRPr/>
                    </a:p>
                  </a:txBody>
                  <a:tcPr marT="45725" marB="45725" marR="91450" marL="91450">
                    <a:noFill/>
                  </a:tcPr>
                </a:tc>
                <a:tc>
                  <a:txBody>
                    <a:bodyPr/>
                    <a:lstStyle/>
                    <a:p>
                      <a:pPr indent="0" lvl="0" marL="0" marR="0" rtl="0" algn="l">
                        <a:spcBef>
                          <a:spcPts val="0"/>
                        </a:spcBef>
                        <a:spcAft>
                          <a:spcPts val="0"/>
                        </a:spcAft>
                        <a:buNone/>
                      </a:pPr>
                      <a:r>
                        <a:rPr lang="en-GB" sz="1800"/>
                        <a:t>S</a:t>
                      </a:r>
                      <a:endParaRPr/>
                    </a:p>
                  </a:txBody>
                  <a:tcPr marT="45725" marB="45725" marR="91450" marL="91450">
                    <a:noFill/>
                  </a:tcPr>
                </a:tc>
                <a:tc>
                  <a:txBody>
                    <a:bodyPr/>
                    <a:lstStyle/>
                    <a:p>
                      <a:pPr indent="0" lvl="0" marL="0" marR="0" rtl="0" algn="l">
                        <a:spcBef>
                          <a:spcPts val="0"/>
                        </a:spcBef>
                        <a:spcAft>
                          <a:spcPts val="0"/>
                        </a:spcAft>
                        <a:buNone/>
                      </a:pPr>
                      <a:r>
                        <a:rPr lang="en-GB" sz="1800"/>
                        <a:t>T</a:t>
                      </a:r>
                      <a:endParaRPr/>
                    </a:p>
                  </a:txBody>
                  <a:tcPr marT="45725" marB="45725" marR="91450" marL="91450">
                    <a:noFill/>
                  </a:tcPr>
                </a:tc>
                <a:tc>
                  <a:txBody>
                    <a:bodyPr/>
                    <a:lstStyle/>
                    <a:p>
                      <a:pPr indent="0" lvl="0" marL="0" marR="0" rtl="0" algn="l">
                        <a:spcBef>
                          <a:spcPts val="0"/>
                        </a:spcBef>
                        <a:spcAft>
                          <a:spcPts val="0"/>
                        </a:spcAft>
                        <a:buNone/>
                      </a:pPr>
                      <a:r>
                        <a:rPr lang="en-GB" sz="1800"/>
                        <a:t>U</a:t>
                      </a:r>
                      <a:endParaRPr/>
                    </a:p>
                  </a:txBody>
                  <a:tcPr marT="45725" marB="45725" marR="91450" marL="91450">
                    <a:noFill/>
                  </a:tcPr>
                </a:tc>
                <a:tc>
                  <a:txBody>
                    <a:bodyPr/>
                    <a:lstStyle/>
                    <a:p>
                      <a:pPr indent="0" lvl="0" marL="0" marR="0" rtl="0" algn="l">
                        <a:spcBef>
                          <a:spcPts val="0"/>
                        </a:spcBef>
                        <a:spcAft>
                          <a:spcPts val="0"/>
                        </a:spcAft>
                        <a:buNone/>
                      </a:pPr>
                      <a:r>
                        <a:rPr lang="en-GB" sz="1800"/>
                        <a:t>V</a:t>
                      </a:r>
                      <a:endParaRPr/>
                    </a:p>
                  </a:txBody>
                  <a:tcPr marT="45725" marB="45725" marR="91450" marL="91450">
                    <a:noFill/>
                  </a:tcPr>
                </a:tc>
                <a:tc>
                  <a:txBody>
                    <a:bodyPr/>
                    <a:lstStyle/>
                    <a:p>
                      <a:pPr indent="0" lvl="0" marL="0" marR="0" rtl="0" algn="l">
                        <a:spcBef>
                          <a:spcPts val="0"/>
                        </a:spcBef>
                        <a:spcAft>
                          <a:spcPts val="0"/>
                        </a:spcAft>
                        <a:buNone/>
                      </a:pPr>
                      <a:r>
                        <a:rPr lang="en-GB" sz="1800"/>
                        <a:t>W</a:t>
                      </a:r>
                      <a:endParaRPr/>
                    </a:p>
                  </a:txBody>
                  <a:tcPr marT="45725" marB="45725" marR="91450" marL="91450">
                    <a:noFill/>
                  </a:tcPr>
                </a:tc>
                <a:tc>
                  <a:txBody>
                    <a:bodyPr/>
                    <a:lstStyle/>
                    <a:p>
                      <a:pPr indent="0" lvl="0" marL="0" marR="0" rtl="0" algn="l">
                        <a:spcBef>
                          <a:spcPts val="0"/>
                        </a:spcBef>
                        <a:spcAft>
                          <a:spcPts val="0"/>
                        </a:spcAft>
                        <a:buNone/>
                      </a:pPr>
                      <a:r>
                        <a:rPr lang="en-GB" sz="1800"/>
                        <a:t>X</a:t>
                      </a:r>
                      <a:endParaRPr/>
                    </a:p>
                  </a:txBody>
                  <a:tcPr marT="45725" marB="45725" marR="91450" marL="91450">
                    <a:noFill/>
                  </a:tcPr>
                </a:tc>
                <a:tc>
                  <a:txBody>
                    <a:bodyPr/>
                    <a:lstStyle/>
                    <a:p>
                      <a:pPr indent="0" lvl="0" marL="0" marR="0" rtl="0" algn="l">
                        <a:spcBef>
                          <a:spcPts val="0"/>
                        </a:spcBef>
                        <a:spcAft>
                          <a:spcPts val="0"/>
                        </a:spcAft>
                        <a:buNone/>
                      </a:pPr>
                      <a:r>
                        <a:rPr lang="en-GB" sz="1800"/>
                        <a:t>Y</a:t>
                      </a:r>
                      <a:endParaRPr/>
                    </a:p>
                  </a:txBody>
                  <a:tcPr marT="45725" marB="45725" marR="91450" marL="91450">
                    <a:noFill/>
                  </a:tcPr>
                </a:tc>
                <a:tc>
                  <a:txBody>
                    <a:bodyPr/>
                    <a:lstStyle/>
                    <a:p>
                      <a:pPr indent="0" lvl="0" marL="0" marR="0" rtl="0" algn="l">
                        <a:spcBef>
                          <a:spcPts val="0"/>
                        </a:spcBef>
                        <a:spcAft>
                          <a:spcPts val="0"/>
                        </a:spcAft>
                        <a:buNone/>
                      </a:pPr>
                      <a:r>
                        <a:rPr lang="en-GB" sz="1800"/>
                        <a:t>Z</a:t>
                      </a:r>
                      <a:endParaRPr/>
                    </a:p>
                  </a:txBody>
                  <a:tcPr marT="45725" marB="45725" marR="91450" marL="91450">
                    <a:noFill/>
                  </a:tcPr>
                </a:tc>
                <a:tc>
                  <a:txBody>
                    <a:bodyPr/>
                    <a:lstStyle/>
                    <a:p>
                      <a:pPr indent="0" lvl="0" marL="0" marR="0" rtl="0" algn="l">
                        <a:spcBef>
                          <a:spcPts val="0"/>
                        </a:spcBef>
                        <a:spcAft>
                          <a:spcPts val="0"/>
                        </a:spcAft>
                        <a:buNone/>
                      </a:pPr>
                      <a:r>
                        <a:rPr lang="en-GB" sz="1800"/>
                        <a:t>A</a:t>
                      </a:r>
                      <a:endParaRPr/>
                    </a:p>
                  </a:txBody>
                  <a:tcPr marT="45725" marB="45725" marR="91450" marL="91450">
                    <a:noFill/>
                  </a:tcPr>
                </a:tc>
                <a:tc>
                  <a:txBody>
                    <a:bodyPr/>
                    <a:lstStyle/>
                    <a:p>
                      <a:pPr indent="0" lvl="0" marL="0" marR="0" rtl="0" algn="l">
                        <a:spcBef>
                          <a:spcPts val="0"/>
                        </a:spcBef>
                        <a:spcAft>
                          <a:spcPts val="0"/>
                        </a:spcAft>
                        <a:buNone/>
                      </a:pPr>
                      <a:r>
                        <a:rPr lang="en-GB" sz="1800"/>
                        <a:t>B</a:t>
                      </a:r>
                      <a:endParaRPr/>
                    </a:p>
                  </a:txBody>
                  <a:tcPr marT="45725" marB="45725" marR="91450" marL="91450">
                    <a:noFill/>
                  </a:tcPr>
                </a:tc>
                <a:tc>
                  <a:txBody>
                    <a:bodyPr/>
                    <a:lstStyle/>
                    <a:p>
                      <a:pPr indent="0" lvl="0" marL="0" marR="0" rtl="0" algn="l">
                        <a:spcBef>
                          <a:spcPts val="0"/>
                        </a:spcBef>
                        <a:spcAft>
                          <a:spcPts val="0"/>
                        </a:spcAft>
                        <a:buNone/>
                      </a:pPr>
                      <a:r>
                        <a:rPr lang="en-GB" sz="1800"/>
                        <a:t>C</a:t>
                      </a:r>
                      <a:endParaRPr/>
                    </a:p>
                  </a:txBody>
                  <a:tcPr marT="45725" marB="45725" marR="91450" marL="91450">
                    <a:noFill/>
                  </a:tcPr>
                </a:tc>
                <a:tc>
                  <a:txBody>
                    <a:bodyPr/>
                    <a:lstStyle/>
                    <a:p>
                      <a:pPr indent="0" lvl="0" marL="0" marR="0" rtl="0" algn="l">
                        <a:spcBef>
                          <a:spcPts val="0"/>
                        </a:spcBef>
                        <a:spcAft>
                          <a:spcPts val="0"/>
                        </a:spcAft>
                        <a:buNone/>
                      </a:pPr>
                      <a:r>
                        <a:rPr lang="en-GB" sz="1800"/>
                        <a:t>D</a:t>
                      </a:r>
                      <a:endParaRPr/>
                    </a:p>
                  </a:txBody>
                  <a:tcPr marT="45725" marB="45725" marR="91450" marL="91450">
                    <a:noFill/>
                  </a:tcPr>
                </a:tc>
                <a:tc>
                  <a:txBody>
                    <a:bodyPr/>
                    <a:lstStyle/>
                    <a:p>
                      <a:pPr indent="0" lvl="0" marL="0" marR="0" rtl="0" algn="l">
                        <a:spcBef>
                          <a:spcPts val="0"/>
                        </a:spcBef>
                        <a:spcAft>
                          <a:spcPts val="0"/>
                        </a:spcAft>
                        <a:buNone/>
                      </a:pPr>
                      <a:r>
                        <a:rPr lang="en-GB" sz="1800"/>
                        <a:t>E</a:t>
                      </a:r>
                      <a:endParaRPr/>
                    </a:p>
                  </a:txBody>
                  <a:tcPr marT="45725" marB="45725" marR="91450" marL="91450">
                    <a:noFill/>
                  </a:tcPr>
                </a:tc>
              </a:tr>
            </a:tbl>
          </a:graphicData>
        </a:graphic>
      </p:graphicFrame>
      <p:sp>
        <p:nvSpPr>
          <p:cNvPr id="102" name="Google Shape;102;p2"/>
          <p:cNvSpPr txBox="1"/>
          <p:nvPr/>
        </p:nvSpPr>
        <p:spPr>
          <a:xfrm>
            <a:off x="555632" y="4573481"/>
            <a:ext cx="2052741" cy="36933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800">
                <a:solidFill>
                  <a:schemeClr val="dk1"/>
                </a:solidFill>
                <a:latin typeface="Calibri"/>
                <a:ea typeface="Calibri"/>
                <a:cs typeface="Calibri"/>
                <a:sym typeface="Calibri"/>
              </a:rPr>
              <a:t>Alfabeto non cifrato</a:t>
            </a:r>
            <a:endParaRPr sz="1800">
              <a:solidFill>
                <a:schemeClr val="dk1"/>
              </a:solidFill>
              <a:latin typeface="Calibri"/>
              <a:ea typeface="Calibri"/>
              <a:cs typeface="Calibri"/>
              <a:sym typeface="Calibri"/>
            </a:endParaRPr>
          </a:p>
        </p:txBody>
      </p:sp>
      <p:sp>
        <p:nvSpPr>
          <p:cNvPr id="103" name="Google Shape;103;p2"/>
          <p:cNvSpPr txBox="1"/>
          <p:nvPr/>
        </p:nvSpPr>
        <p:spPr>
          <a:xfrm>
            <a:off x="1" y="4951037"/>
            <a:ext cx="2608374" cy="36933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800">
                <a:solidFill>
                  <a:schemeClr val="dk1"/>
                </a:solidFill>
                <a:latin typeface="Calibri"/>
                <a:ea typeface="Calibri"/>
                <a:cs typeface="Calibri"/>
                <a:sym typeface="Calibri"/>
              </a:rPr>
              <a:t>Alfabeto cifrato (</a:t>
            </a:r>
            <a:r>
              <a:rPr b="1" i="1" lang="en-GB" sz="1800">
                <a:solidFill>
                  <a:schemeClr val="dk1"/>
                </a:solidFill>
                <a:latin typeface="Calibri"/>
                <a:ea typeface="Calibri"/>
                <a:cs typeface="Calibri"/>
                <a:sym typeface="Calibri"/>
              </a:rPr>
              <a:t>K</a:t>
            </a:r>
            <a:r>
              <a:rPr lang="en-GB" sz="1800">
                <a:solidFill>
                  <a:schemeClr val="dk1"/>
                </a:solidFill>
                <a:latin typeface="Calibri"/>
                <a:ea typeface="Calibri"/>
                <a:cs typeface="Calibri"/>
                <a:sym typeface="Calibri"/>
              </a:rPr>
              <a:t> = 5)</a:t>
            </a:r>
            <a:endParaRPr/>
          </a:p>
        </p:txBody>
      </p:sp>
      <p:pic>
        <p:nvPicPr>
          <p:cNvPr descr="Immagine che contiene Elementi grafici, cerchio, Policromia&#10;&#10;Il contenuto generato dall&amp;#39;IA potrebbe non essere corretto." id="104" name="Google Shape;104;p2"/>
          <p:cNvPicPr preferRelativeResize="0"/>
          <p:nvPr/>
        </p:nvPicPr>
        <p:blipFill rotWithShape="1">
          <a:blip r:embed="rId3">
            <a:alphaModFix/>
          </a:blip>
          <a:srcRect b="0" l="0" r="0" t="0"/>
          <a:stretch/>
        </p:blipFill>
        <p:spPr>
          <a:xfrm>
            <a:off x="11312237" y="58367"/>
            <a:ext cx="741219" cy="73532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1" name="Google Shape;111;p3"/>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chemeClr val="dk1"/>
                </a:solidFill>
                <a:latin typeface="Calibri"/>
                <a:ea typeface="Calibri"/>
                <a:cs typeface="Calibri"/>
                <a:sym typeface="Calibri"/>
              </a:rPr>
              <a:t>ZANARDELLI ALESSIO</a:t>
            </a:r>
            <a:endParaRPr/>
          </a:p>
        </p:txBody>
      </p:sp>
      <p:sp>
        <p:nvSpPr>
          <p:cNvPr id="112" name="Google Shape;112;p3"/>
          <p:cNvSpPr txBox="1"/>
          <p:nvPr/>
        </p:nvSpPr>
        <p:spPr>
          <a:xfrm>
            <a:off x="95250" y="69097"/>
            <a:ext cx="9934575"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GB" sz="4000">
                <a:solidFill>
                  <a:srgbClr val="FF0000"/>
                </a:solidFill>
                <a:latin typeface="Calibri"/>
                <a:ea typeface="Calibri"/>
                <a:cs typeface="Calibri"/>
                <a:sym typeface="Calibri"/>
              </a:rPr>
              <a:t>GENERALIZZAZIONE CIFRARIO DI G.C.</a:t>
            </a:r>
            <a:endParaRPr/>
          </a:p>
        </p:txBody>
      </p:sp>
      <p:sp>
        <p:nvSpPr>
          <p:cNvPr id="113" name="Google Shape;113;p3"/>
          <p:cNvSpPr txBox="1"/>
          <p:nvPr/>
        </p:nvSpPr>
        <p:spPr>
          <a:xfrm>
            <a:off x="2884" y="909204"/>
            <a:ext cx="12189116" cy="48936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Generiamo una permutazione casuale dell’alfabeto.</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Ricaviamo la chiave </a:t>
            </a:r>
            <a:r>
              <a:rPr b="1" i="1" lang="en-GB" sz="2400">
                <a:solidFill>
                  <a:schemeClr val="dk1"/>
                </a:solidFill>
                <a:latin typeface="Calibri"/>
                <a:ea typeface="Calibri"/>
                <a:cs typeface="Calibri"/>
                <a:sym typeface="Calibri"/>
              </a:rPr>
              <a:t>K</a:t>
            </a:r>
            <a:r>
              <a:rPr lang="en-GB" sz="2400">
                <a:solidFill>
                  <a:schemeClr val="dk1"/>
                </a:solidFill>
                <a:latin typeface="Calibri"/>
                <a:ea typeface="Calibri"/>
                <a:cs typeface="Calibri"/>
                <a:sym typeface="Calibri"/>
              </a:rPr>
              <a:t> = 3-9-10-17-7... (distanza delle lettere)</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Fragilità del cifrario di Giulio Cesare:</a:t>
            </a:r>
            <a:endParaRPr/>
          </a:p>
          <a:p>
            <a:pPr indent="-342900" lvl="1" marL="8001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Calibri"/>
                <a:ea typeface="Calibri"/>
                <a:cs typeface="Calibri"/>
                <a:sym typeface="Calibri"/>
              </a:rPr>
              <a:t>Attacchi brute force</a:t>
            </a:r>
            <a:endParaRPr/>
          </a:p>
          <a:p>
            <a:pPr indent="-342900" lvl="1" marL="8001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Calibri"/>
                <a:ea typeface="Calibri"/>
                <a:cs typeface="Calibri"/>
                <a:sym typeface="Calibri"/>
              </a:rPr>
              <a:t>Ogni lettera viene scambiata con una stessa lettera</a:t>
            </a:r>
            <a:endParaRPr/>
          </a:p>
        </p:txBody>
      </p:sp>
      <p:graphicFrame>
        <p:nvGraphicFramePr>
          <p:cNvPr id="114" name="Google Shape;114;p3"/>
          <p:cNvGraphicFramePr/>
          <p:nvPr/>
        </p:nvGraphicFramePr>
        <p:xfrm>
          <a:off x="322730" y="2146034"/>
          <a:ext cx="3000000" cy="3000000"/>
        </p:xfrm>
        <a:graphic>
          <a:graphicData uri="http://schemas.openxmlformats.org/drawingml/2006/table">
            <a:tbl>
              <a:tblPr bandRow="1" firstRow="1">
                <a:noFill/>
                <a:tableStyleId>{3391ECB9-A993-4AB1-933C-A51E340D023B}</a:tableStyleId>
              </a:tblPr>
              <a:tblGrid>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tblGrid>
              <a:tr h="320750">
                <a:tc>
                  <a:txBody>
                    <a:bodyPr/>
                    <a:lstStyle/>
                    <a:p>
                      <a:pPr indent="0" lvl="0" marL="0" marR="0" rtl="0" algn="l">
                        <a:spcBef>
                          <a:spcPts val="0"/>
                        </a:spcBef>
                        <a:spcAft>
                          <a:spcPts val="0"/>
                        </a:spcAft>
                        <a:buNone/>
                      </a:pPr>
                      <a:r>
                        <a:rPr lang="en-GB" sz="1800"/>
                        <a:t>A</a:t>
                      </a:r>
                      <a:endParaRPr/>
                    </a:p>
                  </a:txBody>
                  <a:tcPr marT="45725" marB="45725" marR="91450" marL="91450">
                    <a:noFill/>
                  </a:tcPr>
                </a:tc>
                <a:tc>
                  <a:txBody>
                    <a:bodyPr/>
                    <a:lstStyle/>
                    <a:p>
                      <a:pPr indent="0" lvl="0" marL="0" marR="0" rtl="0" algn="l">
                        <a:spcBef>
                          <a:spcPts val="0"/>
                        </a:spcBef>
                        <a:spcAft>
                          <a:spcPts val="0"/>
                        </a:spcAft>
                        <a:buNone/>
                      </a:pPr>
                      <a:r>
                        <a:rPr lang="en-GB" sz="1800"/>
                        <a:t>B</a:t>
                      </a:r>
                      <a:endParaRPr/>
                    </a:p>
                  </a:txBody>
                  <a:tcPr marT="45725" marB="45725" marR="91450" marL="91450">
                    <a:noFill/>
                  </a:tcPr>
                </a:tc>
                <a:tc>
                  <a:txBody>
                    <a:bodyPr/>
                    <a:lstStyle/>
                    <a:p>
                      <a:pPr indent="0" lvl="0" marL="0" marR="0" rtl="0" algn="l">
                        <a:spcBef>
                          <a:spcPts val="0"/>
                        </a:spcBef>
                        <a:spcAft>
                          <a:spcPts val="0"/>
                        </a:spcAft>
                        <a:buNone/>
                      </a:pPr>
                      <a:r>
                        <a:rPr lang="en-GB" sz="1800"/>
                        <a:t>C</a:t>
                      </a:r>
                      <a:endParaRPr/>
                    </a:p>
                  </a:txBody>
                  <a:tcPr marT="45725" marB="45725" marR="91450" marL="91450">
                    <a:noFill/>
                  </a:tcPr>
                </a:tc>
                <a:tc>
                  <a:txBody>
                    <a:bodyPr/>
                    <a:lstStyle/>
                    <a:p>
                      <a:pPr indent="0" lvl="0" marL="0" marR="0" rtl="0" algn="l">
                        <a:spcBef>
                          <a:spcPts val="0"/>
                        </a:spcBef>
                        <a:spcAft>
                          <a:spcPts val="0"/>
                        </a:spcAft>
                        <a:buNone/>
                      </a:pPr>
                      <a:r>
                        <a:rPr lang="en-GB" sz="1800"/>
                        <a:t>D</a:t>
                      </a:r>
                      <a:endParaRPr/>
                    </a:p>
                  </a:txBody>
                  <a:tcPr marT="45725" marB="45725" marR="91450" marL="91450">
                    <a:noFill/>
                  </a:tcPr>
                </a:tc>
                <a:tc>
                  <a:txBody>
                    <a:bodyPr/>
                    <a:lstStyle/>
                    <a:p>
                      <a:pPr indent="0" lvl="0" marL="0" marR="0" rtl="0" algn="l">
                        <a:spcBef>
                          <a:spcPts val="0"/>
                        </a:spcBef>
                        <a:spcAft>
                          <a:spcPts val="0"/>
                        </a:spcAft>
                        <a:buNone/>
                      </a:pPr>
                      <a:r>
                        <a:rPr lang="en-GB" sz="1800"/>
                        <a:t>E</a:t>
                      </a:r>
                      <a:endParaRPr/>
                    </a:p>
                  </a:txBody>
                  <a:tcPr marT="45725" marB="45725" marR="91450" marL="91450">
                    <a:noFill/>
                  </a:tcPr>
                </a:tc>
                <a:tc>
                  <a:txBody>
                    <a:bodyPr/>
                    <a:lstStyle/>
                    <a:p>
                      <a:pPr indent="0" lvl="0" marL="0" marR="0" rtl="0" algn="l">
                        <a:spcBef>
                          <a:spcPts val="0"/>
                        </a:spcBef>
                        <a:spcAft>
                          <a:spcPts val="0"/>
                        </a:spcAft>
                        <a:buNone/>
                      </a:pPr>
                      <a:r>
                        <a:rPr lang="en-GB" sz="1800"/>
                        <a:t>F</a:t>
                      </a:r>
                      <a:endParaRPr/>
                    </a:p>
                  </a:txBody>
                  <a:tcPr marT="45725" marB="45725" marR="91450" marL="91450">
                    <a:noFill/>
                  </a:tcPr>
                </a:tc>
                <a:tc>
                  <a:txBody>
                    <a:bodyPr/>
                    <a:lstStyle/>
                    <a:p>
                      <a:pPr indent="0" lvl="0" marL="0" marR="0" rtl="0" algn="l">
                        <a:spcBef>
                          <a:spcPts val="0"/>
                        </a:spcBef>
                        <a:spcAft>
                          <a:spcPts val="0"/>
                        </a:spcAft>
                        <a:buNone/>
                      </a:pPr>
                      <a:r>
                        <a:rPr lang="en-GB" sz="1800"/>
                        <a:t>G</a:t>
                      </a:r>
                      <a:endParaRPr/>
                    </a:p>
                  </a:txBody>
                  <a:tcPr marT="45725" marB="45725" marR="91450" marL="91450">
                    <a:noFill/>
                  </a:tcPr>
                </a:tc>
                <a:tc>
                  <a:txBody>
                    <a:bodyPr/>
                    <a:lstStyle/>
                    <a:p>
                      <a:pPr indent="0" lvl="0" marL="0" marR="0" rtl="0" algn="l">
                        <a:spcBef>
                          <a:spcPts val="0"/>
                        </a:spcBef>
                        <a:spcAft>
                          <a:spcPts val="0"/>
                        </a:spcAft>
                        <a:buNone/>
                      </a:pPr>
                      <a:r>
                        <a:rPr lang="en-GB" sz="1800"/>
                        <a:t>H</a:t>
                      </a:r>
                      <a:endParaRPr/>
                    </a:p>
                  </a:txBody>
                  <a:tcPr marT="45725" marB="45725" marR="91450" marL="91450">
                    <a:noFill/>
                  </a:tcPr>
                </a:tc>
                <a:tc>
                  <a:txBody>
                    <a:bodyPr/>
                    <a:lstStyle/>
                    <a:p>
                      <a:pPr indent="0" lvl="0" marL="0" marR="0" rtl="0" algn="l">
                        <a:spcBef>
                          <a:spcPts val="0"/>
                        </a:spcBef>
                        <a:spcAft>
                          <a:spcPts val="0"/>
                        </a:spcAft>
                        <a:buNone/>
                      </a:pPr>
                      <a:r>
                        <a:rPr lang="en-GB" sz="1800"/>
                        <a:t>I</a:t>
                      </a:r>
                      <a:endParaRPr/>
                    </a:p>
                  </a:txBody>
                  <a:tcPr marT="45725" marB="45725" marR="91450" marL="91450">
                    <a:noFill/>
                  </a:tcPr>
                </a:tc>
                <a:tc>
                  <a:txBody>
                    <a:bodyPr/>
                    <a:lstStyle/>
                    <a:p>
                      <a:pPr indent="0" lvl="0" marL="0" marR="0" rtl="0" algn="l">
                        <a:spcBef>
                          <a:spcPts val="0"/>
                        </a:spcBef>
                        <a:spcAft>
                          <a:spcPts val="0"/>
                        </a:spcAft>
                        <a:buNone/>
                      </a:pPr>
                      <a:r>
                        <a:rPr lang="en-GB" sz="1800"/>
                        <a:t>J</a:t>
                      </a:r>
                      <a:endParaRPr/>
                    </a:p>
                  </a:txBody>
                  <a:tcPr marT="45725" marB="45725" marR="91450" marL="91450">
                    <a:noFill/>
                  </a:tcPr>
                </a:tc>
                <a:tc>
                  <a:txBody>
                    <a:bodyPr/>
                    <a:lstStyle/>
                    <a:p>
                      <a:pPr indent="0" lvl="0" marL="0" marR="0" rtl="0" algn="l">
                        <a:spcBef>
                          <a:spcPts val="0"/>
                        </a:spcBef>
                        <a:spcAft>
                          <a:spcPts val="0"/>
                        </a:spcAft>
                        <a:buNone/>
                      </a:pPr>
                      <a:r>
                        <a:rPr lang="en-GB" sz="1800"/>
                        <a:t>K</a:t>
                      </a:r>
                      <a:endParaRPr/>
                    </a:p>
                  </a:txBody>
                  <a:tcPr marT="45725" marB="45725" marR="91450" marL="91450">
                    <a:noFill/>
                  </a:tcPr>
                </a:tc>
                <a:tc>
                  <a:txBody>
                    <a:bodyPr/>
                    <a:lstStyle/>
                    <a:p>
                      <a:pPr indent="0" lvl="0" marL="0" marR="0" rtl="0" algn="l">
                        <a:spcBef>
                          <a:spcPts val="0"/>
                        </a:spcBef>
                        <a:spcAft>
                          <a:spcPts val="0"/>
                        </a:spcAft>
                        <a:buNone/>
                      </a:pPr>
                      <a:r>
                        <a:rPr lang="en-GB" sz="1800"/>
                        <a:t>L</a:t>
                      </a:r>
                      <a:endParaRPr/>
                    </a:p>
                  </a:txBody>
                  <a:tcPr marT="45725" marB="45725" marR="91450" marL="91450">
                    <a:noFill/>
                  </a:tcPr>
                </a:tc>
                <a:tc>
                  <a:txBody>
                    <a:bodyPr/>
                    <a:lstStyle/>
                    <a:p>
                      <a:pPr indent="0" lvl="0" marL="0" marR="0" rtl="0" algn="l">
                        <a:spcBef>
                          <a:spcPts val="0"/>
                        </a:spcBef>
                        <a:spcAft>
                          <a:spcPts val="0"/>
                        </a:spcAft>
                        <a:buNone/>
                      </a:pPr>
                      <a:r>
                        <a:rPr lang="en-GB" sz="1800"/>
                        <a:t>M</a:t>
                      </a:r>
                      <a:endParaRPr/>
                    </a:p>
                  </a:txBody>
                  <a:tcPr marT="45725" marB="45725" marR="91450" marL="91450">
                    <a:noFill/>
                  </a:tcPr>
                </a:tc>
                <a:tc>
                  <a:txBody>
                    <a:bodyPr/>
                    <a:lstStyle/>
                    <a:p>
                      <a:pPr indent="0" lvl="0" marL="0" marR="0" rtl="0" algn="l">
                        <a:spcBef>
                          <a:spcPts val="0"/>
                        </a:spcBef>
                        <a:spcAft>
                          <a:spcPts val="0"/>
                        </a:spcAft>
                        <a:buNone/>
                      </a:pPr>
                      <a:r>
                        <a:rPr lang="en-GB" sz="1800"/>
                        <a:t>N</a:t>
                      </a:r>
                      <a:endParaRPr/>
                    </a:p>
                  </a:txBody>
                  <a:tcPr marT="45725" marB="45725" marR="91450" marL="91450">
                    <a:noFill/>
                  </a:tcPr>
                </a:tc>
                <a:tc>
                  <a:txBody>
                    <a:bodyPr/>
                    <a:lstStyle/>
                    <a:p>
                      <a:pPr indent="0" lvl="0" marL="0" marR="0" rtl="0" algn="l">
                        <a:spcBef>
                          <a:spcPts val="0"/>
                        </a:spcBef>
                        <a:spcAft>
                          <a:spcPts val="0"/>
                        </a:spcAft>
                        <a:buNone/>
                      </a:pPr>
                      <a:r>
                        <a:rPr lang="en-GB" sz="1800"/>
                        <a:t>O</a:t>
                      </a:r>
                      <a:endParaRPr/>
                    </a:p>
                  </a:txBody>
                  <a:tcPr marT="45725" marB="45725" marR="91450" marL="91450">
                    <a:noFill/>
                  </a:tcPr>
                </a:tc>
                <a:tc>
                  <a:txBody>
                    <a:bodyPr/>
                    <a:lstStyle/>
                    <a:p>
                      <a:pPr indent="0" lvl="0" marL="0" marR="0" rtl="0" algn="l">
                        <a:spcBef>
                          <a:spcPts val="0"/>
                        </a:spcBef>
                        <a:spcAft>
                          <a:spcPts val="0"/>
                        </a:spcAft>
                        <a:buNone/>
                      </a:pPr>
                      <a:r>
                        <a:rPr lang="en-GB" sz="1800"/>
                        <a:t>P</a:t>
                      </a:r>
                      <a:endParaRPr/>
                    </a:p>
                  </a:txBody>
                  <a:tcPr marT="45725" marB="45725" marR="91450" marL="91450">
                    <a:noFill/>
                  </a:tcPr>
                </a:tc>
                <a:tc>
                  <a:txBody>
                    <a:bodyPr/>
                    <a:lstStyle/>
                    <a:p>
                      <a:pPr indent="0" lvl="0" marL="0" marR="0" rtl="0" algn="l">
                        <a:spcBef>
                          <a:spcPts val="0"/>
                        </a:spcBef>
                        <a:spcAft>
                          <a:spcPts val="0"/>
                        </a:spcAft>
                        <a:buNone/>
                      </a:pPr>
                      <a:r>
                        <a:rPr lang="en-GB" sz="1800"/>
                        <a:t>Q</a:t>
                      </a:r>
                      <a:endParaRPr/>
                    </a:p>
                  </a:txBody>
                  <a:tcPr marT="45725" marB="45725" marR="91450" marL="91450">
                    <a:noFill/>
                  </a:tcPr>
                </a:tc>
                <a:tc>
                  <a:txBody>
                    <a:bodyPr/>
                    <a:lstStyle/>
                    <a:p>
                      <a:pPr indent="0" lvl="0" marL="0" marR="0" rtl="0" algn="l">
                        <a:spcBef>
                          <a:spcPts val="0"/>
                        </a:spcBef>
                        <a:spcAft>
                          <a:spcPts val="0"/>
                        </a:spcAft>
                        <a:buNone/>
                      </a:pPr>
                      <a:r>
                        <a:rPr lang="en-GB" sz="1800"/>
                        <a:t>R</a:t>
                      </a:r>
                      <a:endParaRPr/>
                    </a:p>
                  </a:txBody>
                  <a:tcPr marT="45725" marB="45725" marR="91450" marL="91450">
                    <a:noFill/>
                  </a:tcPr>
                </a:tc>
                <a:tc>
                  <a:txBody>
                    <a:bodyPr/>
                    <a:lstStyle/>
                    <a:p>
                      <a:pPr indent="0" lvl="0" marL="0" marR="0" rtl="0" algn="l">
                        <a:spcBef>
                          <a:spcPts val="0"/>
                        </a:spcBef>
                        <a:spcAft>
                          <a:spcPts val="0"/>
                        </a:spcAft>
                        <a:buNone/>
                      </a:pPr>
                      <a:r>
                        <a:rPr lang="en-GB" sz="1800"/>
                        <a:t>S</a:t>
                      </a:r>
                      <a:endParaRPr/>
                    </a:p>
                  </a:txBody>
                  <a:tcPr marT="45725" marB="45725" marR="91450" marL="91450">
                    <a:noFill/>
                  </a:tcPr>
                </a:tc>
                <a:tc>
                  <a:txBody>
                    <a:bodyPr/>
                    <a:lstStyle/>
                    <a:p>
                      <a:pPr indent="0" lvl="0" marL="0" marR="0" rtl="0" algn="l">
                        <a:spcBef>
                          <a:spcPts val="0"/>
                        </a:spcBef>
                        <a:spcAft>
                          <a:spcPts val="0"/>
                        </a:spcAft>
                        <a:buNone/>
                      </a:pPr>
                      <a:r>
                        <a:rPr lang="en-GB" sz="1800"/>
                        <a:t>T</a:t>
                      </a:r>
                      <a:endParaRPr/>
                    </a:p>
                  </a:txBody>
                  <a:tcPr marT="45725" marB="45725" marR="91450" marL="91450">
                    <a:noFill/>
                  </a:tcPr>
                </a:tc>
                <a:tc>
                  <a:txBody>
                    <a:bodyPr/>
                    <a:lstStyle/>
                    <a:p>
                      <a:pPr indent="0" lvl="0" marL="0" marR="0" rtl="0" algn="l">
                        <a:spcBef>
                          <a:spcPts val="0"/>
                        </a:spcBef>
                        <a:spcAft>
                          <a:spcPts val="0"/>
                        </a:spcAft>
                        <a:buNone/>
                      </a:pPr>
                      <a:r>
                        <a:rPr lang="en-GB" sz="1800"/>
                        <a:t>U</a:t>
                      </a:r>
                      <a:endParaRPr/>
                    </a:p>
                  </a:txBody>
                  <a:tcPr marT="45725" marB="45725" marR="91450" marL="91450">
                    <a:noFill/>
                  </a:tcPr>
                </a:tc>
                <a:tc>
                  <a:txBody>
                    <a:bodyPr/>
                    <a:lstStyle/>
                    <a:p>
                      <a:pPr indent="0" lvl="0" marL="0" marR="0" rtl="0" algn="l">
                        <a:spcBef>
                          <a:spcPts val="0"/>
                        </a:spcBef>
                        <a:spcAft>
                          <a:spcPts val="0"/>
                        </a:spcAft>
                        <a:buNone/>
                      </a:pPr>
                      <a:r>
                        <a:rPr lang="en-GB" sz="1800"/>
                        <a:t>V</a:t>
                      </a:r>
                      <a:endParaRPr/>
                    </a:p>
                  </a:txBody>
                  <a:tcPr marT="45725" marB="45725" marR="91450" marL="91450">
                    <a:noFill/>
                  </a:tcPr>
                </a:tc>
                <a:tc>
                  <a:txBody>
                    <a:bodyPr/>
                    <a:lstStyle/>
                    <a:p>
                      <a:pPr indent="0" lvl="0" marL="0" marR="0" rtl="0" algn="l">
                        <a:spcBef>
                          <a:spcPts val="0"/>
                        </a:spcBef>
                        <a:spcAft>
                          <a:spcPts val="0"/>
                        </a:spcAft>
                        <a:buNone/>
                      </a:pPr>
                      <a:r>
                        <a:rPr lang="en-GB" sz="1800"/>
                        <a:t>W</a:t>
                      </a:r>
                      <a:endParaRPr/>
                    </a:p>
                  </a:txBody>
                  <a:tcPr marT="45725" marB="45725" marR="91450" marL="91450">
                    <a:noFill/>
                  </a:tcPr>
                </a:tc>
                <a:tc>
                  <a:txBody>
                    <a:bodyPr/>
                    <a:lstStyle/>
                    <a:p>
                      <a:pPr indent="0" lvl="0" marL="0" marR="0" rtl="0" algn="l">
                        <a:spcBef>
                          <a:spcPts val="0"/>
                        </a:spcBef>
                        <a:spcAft>
                          <a:spcPts val="0"/>
                        </a:spcAft>
                        <a:buNone/>
                      </a:pPr>
                      <a:r>
                        <a:rPr lang="en-GB" sz="1800"/>
                        <a:t>X</a:t>
                      </a:r>
                      <a:endParaRPr/>
                    </a:p>
                  </a:txBody>
                  <a:tcPr marT="45725" marB="45725" marR="91450" marL="91450">
                    <a:noFill/>
                  </a:tcPr>
                </a:tc>
                <a:tc>
                  <a:txBody>
                    <a:bodyPr/>
                    <a:lstStyle/>
                    <a:p>
                      <a:pPr indent="0" lvl="0" marL="0" marR="0" rtl="0" algn="l">
                        <a:spcBef>
                          <a:spcPts val="0"/>
                        </a:spcBef>
                        <a:spcAft>
                          <a:spcPts val="0"/>
                        </a:spcAft>
                        <a:buNone/>
                      </a:pPr>
                      <a:r>
                        <a:rPr lang="en-GB" sz="1800"/>
                        <a:t>Y</a:t>
                      </a:r>
                      <a:endParaRPr/>
                    </a:p>
                  </a:txBody>
                  <a:tcPr marT="45725" marB="45725" marR="91450" marL="91450">
                    <a:noFill/>
                  </a:tcPr>
                </a:tc>
                <a:tc>
                  <a:txBody>
                    <a:bodyPr/>
                    <a:lstStyle/>
                    <a:p>
                      <a:pPr indent="0" lvl="0" marL="0" marR="0" rtl="0" algn="l">
                        <a:spcBef>
                          <a:spcPts val="0"/>
                        </a:spcBef>
                        <a:spcAft>
                          <a:spcPts val="0"/>
                        </a:spcAft>
                        <a:buNone/>
                      </a:pPr>
                      <a:r>
                        <a:rPr lang="en-GB" sz="1800"/>
                        <a:t>Z</a:t>
                      </a:r>
                      <a:endParaRPr/>
                    </a:p>
                  </a:txBody>
                  <a:tcPr marT="45725" marB="45725" marR="91450" marL="91450">
                    <a:noFill/>
                  </a:tcPr>
                </a:tc>
              </a:tr>
              <a:tr h="320750">
                <a:tc>
                  <a:txBody>
                    <a:bodyPr/>
                    <a:lstStyle/>
                    <a:p>
                      <a:pPr indent="0" lvl="0" marL="0" marR="0" rtl="0" algn="l">
                        <a:spcBef>
                          <a:spcPts val="0"/>
                        </a:spcBef>
                        <a:spcAft>
                          <a:spcPts val="0"/>
                        </a:spcAft>
                        <a:buNone/>
                      </a:pPr>
                      <a:r>
                        <a:rPr lang="en-GB" sz="1800"/>
                        <a:t>D</a:t>
                      </a:r>
                      <a:endParaRPr/>
                    </a:p>
                  </a:txBody>
                  <a:tcPr marT="45725" marB="45725" marR="91450" marL="91450">
                    <a:noFill/>
                  </a:tcPr>
                </a:tc>
                <a:tc>
                  <a:txBody>
                    <a:bodyPr/>
                    <a:lstStyle/>
                    <a:p>
                      <a:pPr indent="0" lvl="0" marL="0" marR="0" rtl="0" algn="l">
                        <a:spcBef>
                          <a:spcPts val="0"/>
                        </a:spcBef>
                        <a:spcAft>
                          <a:spcPts val="0"/>
                        </a:spcAft>
                        <a:buNone/>
                      </a:pPr>
                      <a:r>
                        <a:rPr lang="en-GB" sz="1800"/>
                        <a:t>K</a:t>
                      </a:r>
                      <a:endParaRPr/>
                    </a:p>
                  </a:txBody>
                  <a:tcPr marT="45725" marB="45725" marR="91450" marL="91450">
                    <a:noFill/>
                  </a:tcPr>
                </a:tc>
                <a:tc>
                  <a:txBody>
                    <a:bodyPr/>
                    <a:lstStyle/>
                    <a:p>
                      <a:pPr indent="0" lvl="0" marL="0" marR="0" rtl="0" algn="l">
                        <a:spcBef>
                          <a:spcPts val="0"/>
                        </a:spcBef>
                        <a:spcAft>
                          <a:spcPts val="0"/>
                        </a:spcAft>
                        <a:buNone/>
                      </a:pPr>
                      <a:r>
                        <a:rPr lang="en-GB" sz="1800"/>
                        <a:t>M</a:t>
                      </a:r>
                      <a:endParaRPr/>
                    </a:p>
                  </a:txBody>
                  <a:tcPr marT="45725" marB="45725" marR="91450" marL="91450">
                    <a:noFill/>
                  </a:tcPr>
                </a:tc>
                <a:tc>
                  <a:txBody>
                    <a:bodyPr/>
                    <a:lstStyle/>
                    <a:p>
                      <a:pPr indent="0" lvl="0" marL="0" marR="0" rtl="0" algn="l">
                        <a:spcBef>
                          <a:spcPts val="0"/>
                        </a:spcBef>
                        <a:spcAft>
                          <a:spcPts val="0"/>
                        </a:spcAft>
                        <a:buNone/>
                      </a:pPr>
                      <a:r>
                        <a:rPr lang="en-GB" sz="1800"/>
                        <a:t>U</a:t>
                      </a:r>
                      <a:endParaRPr/>
                    </a:p>
                  </a:txBody>
                  <a:tcPr marT="45725" marB="45725" marR="91450" marL="91450">
                    <a:noFill/>
                  </a:tcPr>
                </a:tc>
                <a:tc>
                  <a:txBody>
                    <a:bodyPr/>
                    <a:lstStyle/>
                    <a:p>
                      <a:pPr indent="0" lvl="0" marL="0" marR="0" rtl="0" algn="l">
                        <a:spcBef>
                          <a:spcPts val="0"/>
                        </a:spcBef>
                        <a:spcAft>
                          <a:spcPts val="0"/>
                        </a:spcAft>
                        <a:buNone/>
                      </a:pPr>
                      <a:r>
                        <a:rPr lang="en-GB" sz="1800"/>
                        <a:t>L</a:t>
                      </a:r>
                      <a:endParaRPr/>
                    </a:p>
                  </a:txBody>
                  <a:tcPr marT="45725" marB="45725" marR="91450" marL="91450">
                    <a:noFill/>
                  </a:tcPr>
                </a:tc>
                <a:tc>
                  <a:txBody>
                    <a:bodyPr/>
                    <a:lstStyle/>
                    <a:p>
                      <a:pPr indent="0" lvl="0" marL="0" marR="0" rtl="0" algn="l">
                        <a:spcBef>
                          <a:spcPts val="0"/>
                        </a:spcBef>
                        <a:spcAft>
                          <a:spcPts val="0"/>
                        </a:spcAft>
                        <a:buNone/>
                      </a:pPr>
                      <a:r>
                        <a:rPr lang="en-GB" sz="1800"/>
                        <a:t>A</a:t>
                      </a:r>
                      <a:endParaRPr/>
                    </a:p>
                  </a:txBody>
                  <a:tcPr marT="45725" marB="45725" marR="91450" marL="91450">
                    <a:noFill/>
                  </a:tcPr>
                </a:tc>
                <a:tc>
                  <a:txBody>
                    <a:bodyPr/>
                    <a:lstStyle/>
                    <a:p>
                      <a:pPr indent="0" lvl="0" marL="0" marR="0" rtl="0" algn="l">
                        <a:spcBef>
                          <a:spcPts val="0"/>
                        </a:spcBef>
                        <a:spcAft>
                          <a:spcPts val="0"/>
                        </a:spcAft>
                        <a:buNone/>
                      </a:pPr>
                      <a:r>
                        <a:rPr lang="en-GB" sz="1800"/>
                        <a:t>J</a:t>
                      </a:r>
                      <a:endParaRPr/>
                    </a:p>
                  </a:txBody>
                  <a:tcPr marT="45725" marB="45725" marR="91450" marL="91450">
                    <a:noFill/>
                  </a:tcPr>
                </a:tc>
                <a:tc>
                  <a:txBody>
                    <a:bodyPr/>
                    <a:lstStyle/>
                    <a:p>
                      <a:pPr indent="0" lvl="0" marL="0" marR="0" rtl="0" algn="l">
                        <a:spcBef>
                          <a:spcPts val="0"/>
                        </a:spcBef>
                        <a:spcAft>
                          <a:spcPts val="0"/>
                        </a:spcAft>
                        <a:buNone/>
                      </a:pPr>
                      <a:r>
                        <a:rPr lang="en-GB" sz="1800"/>
                        <a:t>S</a:t>
                      </a:r>
                      <a:endParaRPr/>
                    </a:p>
                  </a:txBody>
                  <a:tcPr marT="45725" marB="45725" marR="91450" marL="91450">
                    <a:noFill/>
                  </a:tcPr>
                </a:tc>
                <a:tc>
                  <a:txBody>
                    <a:bodyPr/>
                    <a:lstStyle/>
                    <a:p>
                      <a:pPr indent="0" lvl="0" marL="0" marR="0" rtl="0" algn="l">
                        <a:spcBef>
                          <a:spcPts val="0"/>
                        </a:spcBef>
                        <a:spcAft>
                          <a:spcPts val="0"/>
                        </a:spcAft>
                        <a:buNone/>
                      </a:pPr>
                      <a:r>
                        <a:rPr lang="en-GB" sz="1800"/>
                        <a:t>R</a:t>
                      </a:r>
                      <a:endParaRPr/>
                    </a:p>
                  </a:txBody>
                  <a:tcPr marT="45725" marB="45725" marR="91450" marL="91450">
                    <a:noFill/>
                  </a:tcPr>
                </a:tc>
                <a:tc>
                  <a:txBody>
                    <a:bodyPr/>
                    <a:lstStyle/>
                    <a:p>
                      <a:pPr indent="0" lvl="0" marL="0" marR="0" rtl="0" algn="l">
                        <a:spcBef>
                          <a:spcPts val="0"/>
                        </a:spcBef>
                        <a:spcAft>
                          <a:spcPts val="0"/>
                        </a:spcAft>
                        <a:buNone/>
                      </a:pPr>
                      <a:r>
                        <a:rPr lang="en-GB" sz="1800"/>
                        <a:t>G</a:t>
                      </a:r>
                      <a:endParaRPr/>
                    </a:p>
                  </a:txBody>
                  <a:tcPr marT="45725" marB="45725" marR="91450" marL="91450">
                    <a:noFill/>
                  </a:tcPr>
                </a:tc>
                <a:tc>
                  <a:txBody>
                    <a:bodyPr/>
                    <a:lstStyle/>
                    <a:p>
                      <a:pPr indent="0" lvl="0" marL="0" marR="0" rtl="0" algn="l">
                        <a:spcBef>
                          <a:spcPts val="0"/>
                        </a:spcBef>
                        <a:spcAft>
                          <a:spcPts val="0"/>
                        </a:spcAft>
                        <a:buNone/>
                      </a:pPr>
                      <a:r>
                        <a:rPr lang="en-GB" sz="1800"/>
                        <a:t>Q</a:t>
                      </a:r>
                      <a:endParaRPr/>
                    </a:p>
                  </a:txBody>
                  <a:tcPr marT="45725" marB="45725" marR="91450" marL="91450">
                    <a:noFill/>
                  </a:tcPr>
                </a:tc>
                <a:tc>
                  <a:txBody>
                    <a:bodyPr/>
                    <a:lstStyle/>
                    <a:p>
                      <a:pPr indent="0" lvl="0" marL="0" marR="0" rtl="0" algn="l">
                        <a:spcBef>
                          <a:spcPts val="0"/>
                        </a:spcBef>
                        <a:spcAft>
                          <a:spcPts val="0"/>
                        </a:spcAft>
                        <a:buNone/>
                      </a:pPr>
                      <a:r>
                        <a:rPr lang="en-GB" sz="1800"/>
                        <a:t>V</a:t>
                      </a:r>
                      <a:endParaRPr/>
                    </a:p>
                  </a:txBody>
                  <a:tcPr marT="45725" marB="45725" marR="91450" marL="91450">
                    <a:noFill/>
                  </a:tcPr>
                </a:tc>
                <a:tc>
                  <a:txBody>
                    <a:bodyPr/>
                    <a:lstStyle/>
                    <a:p>
                      <a:pPr indent="0" lvl="0" marL="0" marR="0" rtl="0" algn="l">
                        <a:spcBef>
                          <a:spcPts val="0"/>
                        </a:spcBef>
                        <a:spcAft>
                          <a:spcPts val="0"/>
                        </a:spcAft>
                        <a:buNone/>
                      </a:pPr>
                      <a:r>
                        <a:rPr lang="en-GB" sz="1800"/>
                        <a:t>H</a:t>
                      </a:r>
                      <a:endParaRPr/>
                    </a:p>
                  </a:txBody>
                  <a:tcPr marT="45725" marB="45725" marR="91450" marL="91450">
                    <a:noFill/>
                  </a:tcPr>
                </a:tc>
                <a:tc>
                  <a:txBody>
                    <a:bodyPr/>
                    <a:lstStyle/>
                    <a:p>
                      <a:pPr indent="0" lvl="0" marL="0" marR="0" rtl="0" algn="l">
                        <a:spcBef>
                          <a:spcPts val="0"/>
                        </a:spcBef>
                        <a:spcAft>
                          <a:spcPts val="0"/>
                        </a:spcAft>
                        <a:buNone/>
                      </a:pPr>
                      <a:r>
                        <a:rPr lang="en-GB" sz="1800"/>
                        <a:t>P</a:t>
                      </a:r>
                      <a:endParaRPr/>
                    </a:p>
                  </a:txBody>
                  <a:tcPr marT="45725" marB="45725" marR="91450" marL="91450">
                    <a:noFill/>
                  </a:tcPr>
                </a:tc>
                <a:tc>
                  <a:txBody>
                    <a:bodyPr/>
                    <a:lstStyle/>
                    <a:p>
                      <a:pPr indent="0" lvl="0" marL="0" marR="0" rtl="0" algn="l">
                        <a:spcBef>
                          <a:spcPts val="0"/>
                        </a:spcBef>
                        <a:spcAft>
                          <a:spcPts val="0"/>
                        </a:spcAft>
                        <a:buNone/>
                      </a:pPr>
                      <a:r>
                        <a:rPr lang="en-GB" sz="1800"/>
                        <a:t>I</a:t>
                      </a:r>
                      <a:endParaRPr/>
                    </a:p>
                  </a:txBody>
                  <a:tcPr marT="45725" marB="45725" marR="91450" marL="91450">
                    <a:noFill/>
                  </a:tcPr>
                </a:tc>
                <a:tc>
                  <a:txBody>
                    <a:bodyPr/>
                    <a:lstStyle/>
                    <a:p>
                      <a:pPr indent="0" lvl="0" marL="0" marR="0" rtl="0" algn="l">
                        <a:spcBef>
                          <a:spcPts val="0"/>
                        </a:spcBef>
                        <a:spcAft>
                          <a:spcPts val="0"/>
                        </a:spcAft>
                        <a:buNone/>
                      </a:pPr>
                      <a:r>
                        <a:rPr lang="en-GB" sz="1800"/>
                        <a:t>O</a:t>
                      </a:r>
                      <a:endParaRPr/>
                    </a:p>
                  </a:txBody>
                  <a:tcPr marT="45725" marB="45725" marR="91450" marL="91450">
                    <a:noFill/>
                  </a:tcPr>
                </a:tc>
                <a:tc>
                  <a:txBody>
                    <a:bodyPr/>
                    <a:lstStyle/>
                    <a:p>
                      <a:pPr indent="0" lvl="0" marL="0" marR="0" rtl="0" algn="l">
                        <a:spcBef>
                          <a:spcPts val="0"/>
                        </a:spcBef>
                        <a:spcAft>
                          <a:spcPts val="0"/>
                        </a:spcAft>
                        <a:buNone/>
                      </a:pPr>
                      <a:r>
                        <a:rPr lang="en-GB" sz="1800"/>
                        <a:t>E</a:t>
                      </a:r>
                      <a:endParaRPr/>
                    </a:p>
                  </a:txBody>
                  <a:tcPr marT="45725" marB="45725" marR="91450" marL="91450">
                    <a:noFill/>
                  </a:tcPr>
                </a:tc>
                <a:tc>
                  <a:txBody>
                    <a:bodyPr/>
                    <a:lstStyle/>
                    <a:p>
                      <a:pPr indent="0" lvl="0" marL="0" marR="0" rtl="0" algn="l">
                        <a:spcBef>
                          <a:spcPts val="0"/>
                        </a:spcBef>
                        <a:spcAft>
                          <a:spcPts val="0"/>
                        </a:spcAft>
                        <a:buNone/>
                      </a:pPr>
                      <a:r>
                        <a:rPr lang="en-GB" sz="1800"/>
                        <a:t>N</a:t>
                      </a:r>
                      <a:endParaRPr/>
                    </a:p>
                  </a:txBody>
                  <a:tcPr marT="45725" marB="45725" marR="91450" marL="91450">
                    <a:noFill/>
                  </a:tcPr>
                </a:tc>
                <a:tc>
                  <a:txBody>
                    <a:bodyPr/>
                    <a:lstStyle/>
                    <a:p>
                      <a:pPr indent="0" lvl="0" marL="0" marR="0" rtl="0" algn="l">
                        <a:spcBef>
                          <a:spcPts val="0"/>
                        </a:spcBef>
                        <a:spcAft>
                          <a:spcPts val="0"/>
                        </a:spcAft>
                        <a:buNone/>
                      </a:pPr>
                      <a:r>
                        <a:rPr lang="en-GB" sz="1800"/>
                        <a:t>X</a:t>
                      </a:r>
                      <a:endParaRPr/>
                    </a:p>
                  </a:txBody>
                  <a:tcPr marT="45725" marB="45725" marR="91450" marL="91450">
                    <a:noFill/>
                  </a:tcPr>
                </a:tc>
                <a:tc>
                  <a:txBody>
                    <a:bodyPr/>
                    <a:lstStyle/>
                    <a:p>
                      <a:pPr indent="0" lvl="0" marL="0" marR="0" rtl="0" algn="l">
                        <a:spcBef>
                          <a:spcPts val="0"/>
                        </a:spcBef>
                        <a:spcAft>
                          <a:spcPts val="0"/>
                        </a:spcAft>
                        <a:buNone/>
                      </a:pPr>
                      <a:r>
                        <a:rPr lang="en-GB" sz="1800"/>
                        <a:t>W</a:t>
                      </a:r>
                      <a:endParaRPr/>
                    </a:p>
                  </a:txBody>
                  <a:tcPr marT="45725" marB="45725" marR="91450" marL="91450">
                    <a:noFill/>
                  </a:tcPr>
                </a:tc>
                <a:tc>
                  <a:txBody>
                    <a:bodyPr/>
                    <a:lstStyle/>
                    <a:p>
                      <a:pPr indent="0" lvl="0" marL="0" marR="0" rtl="0" algn="l">
                        <a:spcBef>
                          <a:spcPts val="0"/>
                        </a:spcBef>
                        <a:spcAft>
                          <a:spcPts val="0"/>
                        </a:spcAft>
                        <a:buNone/>
                      </a:pPr>
                      <a:r>
                        <a:rPr lang="en-GB" sz="1800"/>
                        <a:t>Z</a:t>
                      </a:r>
                      <a:endParaRPr/>
                    </a:p>
                  </a:txBody>
                  <a:tcPr marT="45725" marB="45725" marR="91450" marL="91450">
                    <a:noFill/>
                  </a:tcPr>
                </a:tc>
                <a:tc>
                  <a:txBody>
                    <a:bodyPr/>
                    <a:lstStyle/>
                    <a:p>
                      <a:pPr indent="0" lvl="0" marL="0" marR="0" rtl="0" algn="l">
                        <a:spcBef>
                          <a:spcPts val="0"/>
                        </a:spcBef>
                        <a:spcAft>
                          <a:spcPts val="0"/>
                        </a:spcAft>
                        <a:buNone/>
                      </a:pPr>
                      <a:r>
                        <a:rPr lang="en-GB" sz="1800"/>
                        <a:t>C</a:t>
                      </a:r>
                      <a:endParaRPr/>
                    </a:p>
                  </a:txBody>
                  <a:tcPr marT="45725" marB="45725" marR="91450" marL="91450">
                    <a:noFill/>
                  </a:tcPr>
                </a:tc>
                <a:tc>
                  <a:txBody>
                    <a:bodyPr/>
                    <a:lstStyle/>
                    <a:p>
                      <a:pPr indent="0" lvl="0" marL="0" marR="0" rtl="0" algn="l">
                        <a:spcBef>
                          <a:spcPts val="0"/>
                        </a:spcBef>
                        <a:spcAft>
                          <a:spcPts val="0"/>
                        </a:spcAft>
                        <a:buNone/>
                      </a:pPr>
                      <a:r>
                        <a:rPr lang="en-GB" sz="1800"/>
                        <a:t>F</a:t>
                      </a:r>
                      <a:endParaRPr/>
                    </a:p>
                  </a:txBody>
                  <a:tcPr marT="45725" marB="45725" marR="91450" marL="91450">
                    <a:noFill/>
                  </a:tcPr>
                </a:tc>
                <a:tc>
                  <a:txBody>
                    <a:bodyPr/>
                    <a:lstStyle/>
                    <a:p>
                      <a:pPr indent="0" lvl="0" marL="0" marR="0" rtl="0" algn="l">
                        <a:spcBef>
                          <a:spcPts val="0"/>
                        </a:spcBef>
                        <a:spcAft>
                          <a:spcPts val="0"/>
                        </a:spcAft>
                        <a:buNone/>
                      </a:pPr>
                      <a:r>
                        <a:rPr lang="en-GB" sz="1800"/>
                        <a:t>Y</a:t>
                      </a:r>
                      <a:endParaRPr/>
                    </a:p>
                  </a:txBody>
                  <a:tcPr marT="45725" marB="45725" marR="91450" marL="91450">
                    <a:noFill/>
                  </a:tcPr>
                </a:tc>
                <a:tc>
                  <a:txBody>
                    <a:bodyPr/>
                    <a:lstStyle/>
                    <a:p>
                      <a:pPr indent="0" lvl="0" marL="0" marR="0" rtl="0" algn="l">
                        <a:spcBef>
                          <a:spcPts val="0"/>
                        </a:spcBef>
                        <a:spcAft>
                          <a:spcPts val="0"/>
                        </a:spcAft>
                        <a:buNone/>
                      </a:pPr>
                      <a:r>
                        <a:rPr lang="en-GB" sz="1800"/>
                        <a:t>T</a:t>
                      </a:r>
                      <a:endParaRPr/>
                    </a:p>
                  </a:txBody>
                  <a:tcPr marT="45725" marB="45725" marR="91450" marL="91450">
                    <a:noFill/>
                  </a:tcPr>
                </a:tc>
                <a:tc>
                  <a:txBody>
                    <a:bodyPr/>
                    <a:lstStyle/>
                    <a:p>
                      <a:pPr indent="0" lvl="0" marL="0" marR="0" rtl="0" algn="l">
                        <a:spcBef>
                          <a:spcPts val="0"/>
                        </a:spcBef>
                        <a:spcAft>
                          <a:spcPts val="0"/>
                        </a:spcAft>
                        <a:buNone/>
                      </a:pPr>
                      <a:r>
                        <a:rPr lang="en-GB" sz="1800"/>
                        <a:t>B</a:t>
                      </a:r>
                      <a:endParaRPr/>
                    </a:p>
                  </a:txBody>
                  <a:tcPr marT="45725" marB="45725" marR="91450" marL="91450">
                    <a:noFill/>
                  </a:tcPr>
                </a:tc>
              </a:tr>
              <a:tr h="320750">
                <a:tc>
                  <a:txBody>
                    <a:bodyPr/>
                    <a:lstStyle/>
                    <a:p>
                      <a:pPr indent="0" lvl="0" marL="0" marR="0" rtl="0" algn="l">
                        <a:spcBef>
                          <a:spcPts val="0"/>
                        </a:spcBef>
                        <a:spcAft>
                          <a:spcPts val="0"/>
                        </a:spcAft>
                        <a:buNone/>
                      </a:pPr>
                      <a:r>
                        <a:rPr lang="en-GB" sz="1800"/>
                        <a:t>3</a:t>
                      </a:r>
                      <a:endParaRPr/>
                    </a:p>
                  </a:txBody>
                  <a:tcPr marT="45725" marB="45725" marR="91450" marL="91450">
                    <a:noFill/>
                  </a:tcPr>
                </a:tc>
                <a:tc>
                  <a:txBody>
                    <a:bodyPr/>
                    <a:lstStyle/>
                    <a:p>
                      <a:pPr indent="0" lvl="0" marL="0" marR="0" rtl="0" algn="l">
                        <a:spcBef>
                          <a:spcPts val="0"/>
                        </a:spcBef>
                        <a:spcAft>
                          <a:spcPts val="0"/>
                        </a:spcAft>
                        <a:buNone/>
                      </a:pPr>
                      <a:r>
                        <a:rPr lang="en-GB" sz="1800"/>
                        <a:t>9</a:t>
                      </a:r>
                      <a:endParaRPr/>
                    </a:p>
                  </a:txBody>
                  <a:tcPr marT="45725" marB="45725" marR="91450" marL="91450">
                    <a:noFill/>
                  </a:tcPr>
                </a:tc>
                <a:tc>
                  <a:txBody>
                    <a:bodyPr/>
                    <a:lstStyle/>
                    <a:p>
                      <a:pPr indent="0" lvl="0" marL="0" marR="0" rtl="0" algn="l">
                        <a:spcBef>
                          <a:spcPts val="0"/>
                        </a:spcBef>
                        <a:spcAft>
                          <a:spcPts val="0"/>
                        </a:spcAft>
                        <a:buNone/>
                      </a:pPr>
                      <a:r>
                        <a:rPr lang="en-GB" sz="1800"/>
                        <a:t>10</a:t>
                      </a:r>
                      <a:endParaRPr/>
                    </a:p>
                  </a:txBody>
                  <a:tcPr marT="45725" marB="45725" marR="91450" marL="91450">
                    <a:noFill/>
                  </a:tcPr>
                </a:tc>
                <a:tc>
                  <a:txBody>
                    <a:bodyPr/>
                    <a:lstStyle/>
                    <a:p>
                      <a:pPr indent="0" lvl="0" marL="0" marR="0" rtl="0" algn="l">
                        <a:spcBef>
                          <a:spcPts val="0"/>
                        </a:spcBef>
                        <a:spcAft>
                          <a:spcPts val="0"/>
                        </a:spcAft>
                        <a:buNone/>
                      </a:pPr>
                      <a:r>
                        <a:rPr lang="en-GB" sz="1800"/>
                        <a:t>17</a:t>
                      </a:r>
                      <a:endParaRPr/>
                    </a:p>
                  </a:txBody>
                  <a:tcPr marT="45725" marB="45725" marR="91450" marL="91450">
                    <a:noFill/>
                  </a:tcPr>
                </a:tc>
                <a:tc>
                  <a:txBody>
                    <a:bodyPr/>
                    <a:lstStyle/>
                    <a:p>
                      <a:pPr indent="0" lvl="0" marL="0" marR="0" rtl="0" algn="l">
                        <a:spcBef>
                          <a:spcPts val="0"/>
                        </a:spcBef>
                        <a:spcAft>
                          <a:spcPts val="0"/>
                        </a:spcAft>
                        <a:buNone/>
                      </a:pPr>
                      <a:r>
                        <a:rPr lang="en-GB" sz="1800"/>
                        <a:t>7</a:t>
                      </a:r>
                      <a:endParaRPr/>
                    </a:p>
                  </a:txBody>
                  <a:tcPr marT="45725" marB="45725" marR="91450" marL="91450">
                    <a:noFill/>
                  </a:tcPr>
                </a:tc>
                <a:tc>
                  <a:txBody>
                    <a:bodyPr/>
                    <a:lstStyle/>
                    <a:p>
                      <a:pPr indent="0" lvl="0" marL="0" marR="0" rtl="0" algn="l">
                        <a:spcBef>
                          <a:spcPts val="0"/>
                        </a:spcBef>
                        <a:spcAft>
                          <a:spcPts val="0"/>
                        </a:spcAft>
                        <a:buNone/>
                      </a:pPr>
                      <a:r>
                        <a:rPr lang="en-GB" sz="1800"/>
                        <a:t>21</a:t>
                      </a:r>
                      <a:endParaRPr/>
                    </a:p>
                  </a:txBody>
                  <a:tcPr marT="45725" marB="45725" marR="91450" marL="91450">
                    <a:noFill/>
                  </a:tcPr>
                </a:tc>
                <a:tc>
                  <a:txBody>
                    <a:bodyPr/>
                    <a:lstStyle/>
                    <a:p>
                      <a:pPr indent="0" lvl="0" marL="0" marR="0" rtl="0" algn="l">
                        <a:spcBef>
                          <a:spcPts val="0"/>
                        </a:spcBef>
                        <a:spcAft>
                          <a:spcPts val="0"/>
                        </a:spcAft>
                        <a:buNone/>
                      </a:pPr>
                      <a:r>
                        <a:rPr lang="en-GB" sz="1800"/>
                        <a:t>3</a:t>
                      </a:r>
                      <a:endParaRPr/>
                    </a:p>
                  </a:txBody>
                  <a:tcPr marT="45725" marB="45725" marR="91450" marL="91450">
                    <a:noFill/>
                  </a:tcPr>
                </a:tc>
                <a:tc>
                  <a:txBody>
                    <a:bodyPr/>
                    <a:lstStyle/>
                    <a:p>
                      <a:pPr indent="0" lvl="0" marL="0" marR="0" rtl="0" algn="l">
                        <a:spcBef>
                          <a:spcPts val="0"/>
                        </a:spcBef>
                        <a:spcAft>
                          <a:spcPts val="0"/>
                        </a:spcAft>
                        <a:buNone/>
                      </a:pPr>
                      <a:r>
                        <a:rPr lang="en-GB" sz="1800"/>
                        <a:t>11</a:t>
                      </a:r>
                      <a:endParaRPr/>
                    </a:p>
                  </a:txBody>
                  <a:tcPr marT="45725" marB="45725" marR="91450" marL="91450">
                    <a:noFill/>
                  </a:tcPr>
                </a:tc>
                <a:tc>
                  <a:txBody>
                    <a:bodyPr/>
                    <a:lstStyle/>
                    <a:p>
                      <a:pPr indent="0" lvl="0" marL="0" marR="0" rtl="0" algn="l">
                        <a:spcBef>
                          <a:spcPts val="0"/>
                        </a:spcBef>
                        <a:spcAft>
                          <a:spcPts val="0"/>
                        </a:spcAft>
                        <a:buNone/>
                      </a:pPr>
                      <a:r>
                        <a:rPr lang="en-GB" sz="1800"/>
                        <a:t>9</a:t>
                      </a:r>
                      <a:endParaRPr/>
                    </a:p>
                  </a:txBody>
                  <a:tcPr marT="45725" marB="45725" marR="91450" marL="91450">
                    <a:noFill/>
                  </a:tcPr>
                </a:tc>
                <a:tc>
                  <a:txBody>
                    <a:bodyPr/>
                    <a:lstStyle/>
                    <a:p>
                      <a:pPr indent="0" lvl="0" marL="0" marR="0" rtl="0" algn="l">
                        <a:spcBef>
                          <a:spcPts val="0"/>
                        </a:spcBef>
                        <a:spcAft>
                          <a:spcPts val="0"/>
                        </a:spcAft>
                        <a:buNone/>
                      </a:pPr>
                      <a:r>
                        <a:rPr lang="en-GB" sz="1800"/>
                        <a:t>23</a:t>
                      </a:r>
                      <a:endParaRPr/>
                    </a:p>
                  </a:txBody>
                  <a:tcPr marT="45725" marB="45725" marR="91450" marL="91450">
                    <a:noFill/>
                  </a:tcPr>
                </a:tc>
                <a:tc>
                  <a:txBody>
                    <a:bodyPr/>
                    <a:lstStyle/>
                    <a:p>
                      <a:pPr indent="0" lvl="0" marL="0" marR="0" rtl="0" algn="l">
                        <a:spcBef>
                          <a:spcPts val="0"/>
                        </a:spcBef>
                        <a:spcAft>
                          <a:spcPts val="0"/>
                        </a:spcAft>
                        <a:buNone/>
                      </a:pPr>
                      <a:r>
                        <a:rPr lang="en-GB" sz="1800"/>
                        <a:t>6</a:t>
                      </a:r>
                      <a:endParaRPr/>
                    </a:p>
                  </a:txBody>
                  <a:tcPr marT="45725" marB="45725" marR="91450" marL="91450">
                    <a:noFill/>
                  </a:tcPr>
                </a:tc>
                <a:tc>
                  <a:txBody>
                    <a:bodyPr/>
                    <a:lstStyle/>
                    <a:p>
                      <a:pPr indent="0" lvl="0" marL="0" marR="0" rtl="0" algn="l">
                        <a:spcBef>
                          <a:spcPts val="0"/>
                        </a:spcBef>
                        <a:spcAft>
                          <a:spcPts val="0"/>
                        </a:spcAft>
                        <a:buNone/>
                      </a:pPr>
                      <a:r>
                        <a:rPr lang="en-GB" sz="1800"/>
                        <a:t>10</a:t>
                      </a:r>
                      <a:endParaRPr/>
                    </a:p>
                  </a:txBody>
                  <a:tcPr marT="45725" marB="45725" marR="91450" marL="91450">
                    <a:noFill/>
                  </a:tcPr>
                </a:tc>
                <a:tc>
                  <a:txBody>
                    <a:bodyPr/>
                    <a:lstStyle/>
                    <a:p>
                      <a:pPr indent="0" lvl="0" marL="0" marR="0" rtl="0" algn="l">
                        <a:spcBef>
                          <a:spcPts val="0"/>
                        </a:spcBef>
                        <a:spcAft>
                          <a:spcPts val="0"/>
                        </a:spcAft>
                        <a:buNone/>
                      </a:pPr>
                      <a:r>
                        <a:rPr lang="en-GB" sz="1800"/>
                        <a:t>20</a:t>
                      </a:r>
                      <a:endParaRPr/>
                    </a:p>
                  </a:txBody>
                  <a:tcPr marT="45725" marB="45725" marR="91450" marL="91450">
                    <a:noFill/>
                  </a:tcPr>
                </a:tc>
                <a:tc>
                  <a:txBody>
                    <a:bodyPr/>
                    <a:lstStyle/>
                    <a:p>
                      <a:pPr indent="0" lvl="0" marL="0" marR="0" rtl="0" algn="l">
                        <a:spcBef>
                          <a:spcPts val="0"/>
                        </a:spcBef>
                        <a:spcAft>
                          <a:spcPts val="0"/>
                        </a:spcAft>
                        <a:buNone/>
                      </a:pPr>
                      <a:r>
                        <a:rPr lang="en-GB" sz="1800"/>
                        <a:t>2</a:t>
                      </a:r>
                      <a:endParaRPr/>
                    </a:p>
                  </a:txBody>
                  <a:tcPr marT="45725" marB="45725" marR="91450" marL="91450">
                    <a:noFill/>
                  </a:tcPr>
                </a:tc>
                <a:tc>
                  <a:txBody>
                    <a:bodyPr/>
                    <a:lstStyle/>
                    <a:p>
                      <a:pPr indent="0" lvl="0" marL="0" marR="0" rtl="0" algn="l">
                        <a:spcBef>
                          <a:spcPts val="0"/>
                        </a:spcBef>
                        <a:spcAft>
                          <a:spcPts val="0"/>
                        </a:spcAft>
                        <a:buNone/>
                      </a:pPr>
                      <a:r>
                        <a:rPr lang="en-GB" sz="1800"/>
                        <a:t>20</a:t>
                      </a:r>
                      <a:endParaRPr/>
                    </a:p>
                  </a:txBody>
                  <a:tcPr marT="45725" marB="45725" marR="91450" marL="91450">
                    <a:noFill/>
                  </a:tcPr>
                </a:tc>
                <a:tc>
                  <a:txBody>
                    <a:bodyPr/>
                    <a:lstStyle/>
                    <a:p>
                      <a:pPr indent="0" lvl="0" marL="0" marR="0" rtl="0" algn="l">
                        <a:spcBef>
                          <a:spcPts val="0"/>
                        </a:spcBef>
                        <a:spcAft>
                          <a:spcPts val="0"/>
                        </a:spcAft>
                        <a:buNone/>
                      </a:pPr>
                      <a:r>
                        <a:rPr lang="en-GB" sz="1800"/>
                        <a:t>25</a:t>
                      </a:r>
                      <a:endParaRPr/>
                    </a:p>
                  </a:txBody>
                  <a:tcPr marT="45725" marB="45725" marR="91450" marL="91450">
                    <a:noFill/>
                  </a:tcPr>
                </a:tc>
                <a:tc>
                  <a:txBody>
                    <a:bodyPr/>
                    <a:lstStyle/>
                    <a:p>
                      <a:pPr indent="0" lvl="0" marL="0" marR="0" rtl="0" algn="l">
                        <a:spcBef>
                          <a:spcPts val="0"/>
                        </a:spcBef>
                        <a:spcAft>
                          <a:spcPts val="0"/>
                        </a:spcAft>
                        <a:buNone/>
                      </a:pPr>
                      <a:r>
                        <a:rPr lang="en-GB" sz="1800"/>
                        <a:t>14</a:t>
                      </a:r>
                      <a:endParaRPr/>
                    </a:p>
                  </a:txBody>
                  <a:tcPr marT="45725" marB="45725" marR="91450" marL="91450">
                    <a:noFill/>
                  </a:tcPr>
                </a:tc>
                <a:tc>
                  <a:txBody>
                    <a:bodyPr/>
                    <a:lstStyle/>
                    <a:p>
                      <a:pPr indent="0" lvl="0" marL="0" marR="0" rtl="0" algn="l">
                        <a:spcBef>
                          <a:spcPts val="0"/>
                        </a:spcBef>
                        <a:spcAft>
                          <a:spcPts val="0"/>
                        </a:spcAft>
                        <a:buNone/>
                      </a:pPr>
                      <a:r>
                        <a:rPr lang="en-GB" sz="1800"/>
                        <a:t>22</a:t>
                      </a:r>
                      <a:endParaRPr/>
                    </a:p>
                  </a:txBody>
                  <a:tcPr marT="45725" marB="45725" marR="91450" marL="91450">
                    <a:noFill/>
                  </a:tcPr>
                </a:tc>
                <a:tc>
                  <a:txBody>
                    <a:bodyPr/>
                    <a:lstStyle/>
                    <a:p>
                      <a:pPr indent="0" lvl="0" marL="0" marR="0" rtl="0" algn="l">
                        <a:spcBef>
                          <a:spcPts val="0"/>
                        </a:spcBef>
                        <a:spcAft>
                          <a:spcPts val="0"/>
                        </a:spcAft>
                        <a:buNone/>
                      </a:pPr>
                      <a:r>
                        <a:rPr lang="en-GB" sz="1800"/>
                        <a:t>5</a:t>
                      </a:r>
                      <a:endParaRPr/>
                    </a:p>
                  </a:txBody>
                  <a:tcPr marT="45725" marB="45725" marR="91450" marL="91450">
                    <a:noFill/>
                  </a:tcPr>
                </a:tc>
                <a:tc>
                  <a:txBody>
                    <a:bodyPr/>
                    <a:lstStyle/>
                    <a:p>
                      <a:pPr indent="0" lvl="0" marL="0" marR="0" rtl="0" algn="l">
                        <a:spcBef>
                          <a:spcPts val="0"/>
                        </a:spcBef>
                        <a:spcAft>
                          <a:spcPts val="0"/>
                        </a:spcAft>
                        <a:buNone/>
                      </a:pPr>
                      <a:r>
                        <a:rPr lang="en-GB" sz="1800"/>
                        <a:t>3</a:t>
                      </a:r>
                      <a:endParaRPr/>
                    </a:p>
                  </a:txBody>
                  <a:tcPr marT="45725" marB="45725" marR="91450" marL="91450">
                    <a:noFill/>
                  </a:tcPr>
                </a:tc>
                <a:tc>
                  <a:txBody>
                    <a:bodyPr/>
                    <a:lstStyle/>
                    <a:p>
                      <a:pPr indent="0" lvl="0" marL="0" marR="0" rtl="0" algn="l">
                        <a:spcBef>
                          <a:spcPts val="0"/>
                        </a:spcBef>
                        <a:spcAft>
                          <a:spcPts val="0"/>
                        </a:spcAft>
                        <a:buNone/>
                      </a:pPr>
                      <a:r>
                        <a:rPr lang="en-GB" sz="1800"/>
                        <a:t>5</a:t>
                      </a:r>
                      <a:endParaRPr/>
                    </a:p>
                  </a:txBody>
                  <a:tcPr marT="45725" marB="45725" marR="91450" marL="91450">
                    <a:noFill/>
                  </a:tcPr>
                </a:tc>
                <a:tc>
                  <a:txBody>
                    <a:bodyPr/>
                    <a:lstStyle/>
                    <a:p>
                      <a:pPr indent="0" lvl="0" marL="0" marR="0" rtl="0" algn="l">
                        <a:spcBef>
                          <a:spcPts val="0"/>
                        </a:spcBef>
                        <a:spcAft>
                          <a:spcPts val="0"/>
                        </a:spcAft>
                        <a:buNone/>
                      </a:pPr>
                      <a:r>
                        <a:rPr lang="en-GB" sz="1800"/>
                        <a:t>7</a:t>
                      </a:r>
                      <a:endParaRPr/>
                    </a:p>
                  </a:txBody>
                  <a:tcPr marT="45725" marB="45725" marR="91450" marL="91450">
                    <a:noFill/>
                  </a:tcPr>
                </a:tc>
                <a:tc>
                  <a:txBody>
                    <a:bodyPr/>
                    <a:lstStyle/>
                    <a:p>
                      <a:pPr indent="0" lvl="0" marL="0" marR="0" rtl="0" algn="l">
                        <a:spcBef>
                          <a:spcPts val="0"/>
                        </a:spcBef>
                        <a:spcAft>
                          <a:spcPts val="0"/>
                        </a:spcAft>
                        <a:buNone/>
                      </a:pPr>
                      <a:r>
                        <a:rPr lang="en-GB" sz="1800"/>
                        <a:t>9</a:t>
                      </a:r>
                      <a:endParaRPr/>
                    </a:p>
                  </a:txBody>
                  <a:tcPr marT="45725" marB="45725" marR="91450" marL="91450">
                    <a:noFill/>
                  </a:tcPr>
                </a:tc>
                <a:tc>
                  <a:txBody>
                    <a:bodyPr/>
                    <a:lstStyle/>
                    <a:p>
                      <a:pPr indent="0" lvl="0" marL="0" marR="0" rtl="0" algn="l">
                        <a:spcBef>
                          <a:spcPts val="0"/>
                        </a:spcBef>
                        <a:spcAft>
                          <a:spcPts val="0"/>
                        </a:spcAft>
                        <a:buNone/>
                      </a:pPr>
                      <a:r>
                        <a:rPr lang="en-GB" sz="1800"/>
                        <a:t>1</a:t>
                      </a:r>
                      <a:endParaRPr/>
                    </a:p>
                  </a:txBody>
                  <a:tcPr marT="45725" marB="45725" marR="91450" marL="91450">
                    <a:noFill/>
                  </a:tcPr>
                </a:tc>
                <a:tc>
                  <a:txBody>
                    <a:bodyPr/>
                    <a:lstStyle/>
                    <a:p>
                      <a:pPr indent="0" lvl="0" marL="0" marR="0" rtl="0" algn="l">
                        <a:spcBef>
                          <a:spcPts val="0"/>
                        </a:spcBef>
                        <a:spcAft>
                          <a:spcPts val="0"/>
                        </a:spcAft>
                        <a:buNone/>
                      </a:pPr>
                      <a:r>
                        <a:rPr lang="en-GB" sz="1800"/>
                        <a:t>21</a:t>
                      </a:r>
                      <a:endParaRPr/>
                    </a:p>
                  </a:txBody>
                  <a:tcPr marT="45725" marB="45725" marR="91450" marL="91450">
                    <a:noFill/>
                  </a:tcPr>
                </a:tc>
                <a:tc>
                  <a:txBody>
                    <a:bodyPr/>
                    <a:lstStyle/>
                    <a:p>
                      <a:pPr indent="0" lvl="0" marL="0" marR="0" rtl="0" algn="l">
                        <a:spcBef>
                          <a:spcPts val="0"/>
                        </a:spcBef>
                        <a:spcAft>
                          <a:spcPts val="0"/>
                        </a:spcAft>
                        <a:buNone/>
                      </a:pPr>
                      <a:r>
                        <a:rPr lang="en-GB" sz="1800"/>
                        <a:t>2</a:t>
                      </a:r>
                      <a:endParaRPr/>
                    </a:p>
                  </a:txBody>
                  <a:tcPr marT="45725" marB="45725" marR="91450" marL="91450">
                    <a:noFill/>
                  </a:tcPr>
                </a:tc>
              </a:tr>
            </a:tbl>
          </a:graphicData>
        </a:graphic>
      </p:graphicFrame>
      <p:pic>
        <p:nvPicPr>
          <p:cNvPr descr="Immagine che contiene Elementi grafici, cerchio, Policromia&#10;&#10;Il contenuto generato dall&amp;#39;IA potrebbe non essere corretto." id="115" name="Google Shape;115;p3"/>
          <p:cNvPicPr preferRelativeResize="0"/>
          <p:nvPr/>
        </p:nvPicPr>
        <p:blipFill rotWithShape="1">
          <a:blip r:embed="rId3">
            <a:alphaModFix/>
          </a:blip>
          <a:srcRect b="0" l="0" r="0" t="0"/>
          <a:stretch/>
        </p:blipFill>
        <p:spPr>
          <a:xfrm>
            <a:off x="11312237" y="58367"/>
            <a:ext cx="741219" cy="73532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 name="Google Shape;122;p4"/>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chemeClr val="dk1"/>
                </a:solidFill>
                <a:latin typeface="Calibri"/>
                <a:ea typeface="Calibri"/>
                <a:cs typeface="Calibri"/>
                <a:sym typeface="Calibri"/>
              </a:rPr>
              <a:t>ZANARDELLI ALESSIO</a:t>
            </a:r>
            <a:endParaRPr/>
          </a:p>
        </p:txBody>
      </p:sp>
      <p:sp>
        <p:nvSpPr>
          <p:cNvPr id="123" name="Google Shape;123;p4"/>
          <p:cNvSpPr txBox="1"/>
          <p:nvPr/>
        </p:nvSpPr>
        <p:spPr>
          <a:xfrm>
            <a:off x="95250" y="69097"/>
            <a:ext cx="9934575"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GB" sz="4000">
                <a:solidFill>
                  <a:srgbClr val="FF0000"/>
                </a:solidFill>
                <a:latin typeface="Calibri"/>
                <a:ea typeface="Calibri"/>
                <a:cs typeface="Calibri"/>
                <a:sym typeface="Calibri"/>
              </a:rPr>
              <a:t>CIFRARIO DI VIGENÈRE</a:t>
            </a:r>
            <a:endParaRPr/>
          </a:p>
        </p:txBody>
      </p:sp>
      <p:sp>
        <p:nvSpPr>
          <p:cNvPr id="124" name="Google Shape;124;p4"/>
          <p:cNvSpPr txBox="1"/>
          <p:nvPr/>
        </p:nvSpPr>
        <p:spPr>
          <a:xfrm>
            <a:off x="2884" y="909204"/>
            <a:ext cx="12189000" cy="489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Crittografia a sostituzione basata su cifrario con chiave </a:t>
            </a:r>
            <a:r>
              <a:rPr b="1" i="1" lang="en-GB" sz="2400">
                <a:solidFill>
                  <a:schemeClr val="dk1"/>
                </a:solidFill>
                <a:latin typeface="Calibri"/>
                <a:ea typeface="Calibri"/>
                <a:cs typeface="Calibri"/>
                <a:sym typeface="Calibri"/>
              </a:rPr>
              <a:t>K</a:t>
            </a:r>
            <a:r>
              <a:rPr lang="en-GB" sz="2400">
                <a:solidFill>
                  <a:schemeClr val="dk1"/>
                </a:solidFill>
                <a:latin typeface="Calibri"/>
                <a:ea typeface="Calibri"/>
                <a:cs typeface="Calibri"/>
                <a:sym typeface="Calibri"/>
              </a:rPr>
              <a:t> simmetrica.</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La chiave opera su un gruppo di lettere della stessa lunghezza, verrà poi ripetuta.</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ESEMPIO: K = 5-4-2</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Fragilità: la chiave è ripetuta.</a:t>
            </a:r>
            <a:endParaRPr/>
          </a:p>
        </p:txBody>
      </p:sp>
      <p:graphicFrame>
        <p:nvGraphicFramePr>
          <p:cNvPr id="125" name="Google Shape;125;p4"/>
          <p:cNvGraphicFramePr/>
          <p:nvPr/>
        </p:nvGraphicFramePr>
        <p:xfrm>
          <a:off x="322730" y="2316363"/>
          <a:ext cx="3000000" cy="3000000"/>
        </p:xfrm>
        <a:graphic>
          <a:graphicData uri="http://schemas.openxmlformats.org/drawingml/2006/table">
            <a:tbl>
              <a:tblPr bandRow="1" firstRow="1">
                <a:noFill/>
                <a:tableStyleId>{3391ECB9-A993-4AB1-933C-A51E340D023B}</a:tableStyleId>
              </a:tblPr>
              <a:tblGrid>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tblGrid>
              <a:tr h="320750">
                <a:tc>
                  <a:txBody>
                    <a:bodyPr/>
                    <a:lstStyle/>
                    <a:p>
                      <a:pPr indent="0" lvl="0" marL="0" marR="0" rtl="0" algn="l">
                        <a:spcBef>
                          <a:spcPts val="0"/>
                        </a:spcBef>
                        <a:spcAft>
                          <a:spcPts val="0"/>
                        </a:spcAft>
                        <a:buNone/>
                      </a:pPr>
                      <a:r>
                        <a:rPr lang="en-GB" sz="1800"/>
                        <a:t>A</a:t>
                      </a:r>
                      <a:endParaRPr/>
                    </a:p>
                  </a:txBody>
                  <a:tcPr marT="45725" marB="45725" marR="91450" marL="91450">
                    <a:noFill/>
                  </a:tcPr>
                </a:tc>
                <a:tc>
                  <a:txBody>
                    <a:bodyPr/>
                    <a:lstStyle/>
                    <a:p>
                      <a:pPr indent="0" lvl="0" marL="0" marR="0" rtl="0" algn="l">
                        <a:spcBef>
                          <a:spcPts val="0"/>
                        </a:spcBef>
                        <a:spcAft>
                          <a:spcPts val="0"/>
                        </a:spcAft>
                        <a:buNone/>
                      </a:pPr>
                      <a:r>
                        <a:rPr lang="en-GB" sz="1800"/>
                        <a:t>B</a:t>
                      </a:r>
                      <a:endParaRPr/>
                    </a:p>
                  </a:txBody>
                  <a:tcPr marT="45725" marB="45725" marR="91450" marL="91450">
                    <a:noFill/>
                  </a:tcPr>
                </a:tc>
                <a:tc>
                  <a:txBody>
                    <a:bodyPr/>
                    <a:lstStyle/>
                    <a:p>
                      <a:pPr indent="0" lvl="0" marL="0" marR="0" rtl="0" algn="l">
                        <a:spcBef>
                          <a:spcPts val="0"/>
                        </a:spcBef>
                        <a:spcAft>
                          <a:spcPts val="0"/>
                        </a:spcAft>
                        <a:buNone/>
                      </a:pPr>
                      <a:r>
                        <a:rPr lang="en-GB" sz="1800"/>
                        <a:t>C</a:t>
                      </a:r>
                      <a:endParaRPr/>
                    </a:p>
                  </a:txBody>
                  <a:tcPr marT="45725" marB="45725" marR="91450" marL="91450">
                    <a:noFill/>
                  </a:tcPr>
                </a:tc>
                <a:tc>
                  <a:txBody>
                    <a:bodyPr/>
                    <a:lstStyle/>
                    <a:p>
                      <a:pPr indent="0" lvl="0" marL="0" marR="0" rtl="0" algn="l">
                        <a:spcBef>
                          <a:spcPts val="0"/>
                        </a:spcBef>
                        <a:spcAft>
                          <a:spcPts val="0"/>
                        </a:spcAft>
                        <a:buNone/>
                      </a:pPr>
                      <a:r>
                        <a:rPr lang="en-GB" sz="1800"/>
                        <a:t>D</a:t>
                      </a:r>
                      <a:endParaRPr/>
                    </a:p>
                  </a:txBody>
                  <a:tcPr marT="45725" marB="45725" marR="91450" marL="91450">
                    <a:noFill/>
                  </a:tcPr>
                </a:tc>
                <a:tc>
                  <a:txBody>
                    <a:bodyPr/>
                    <a:lstStyle/>
                    <a:p>
                      <a:pPr indent="0" lvl="0" marL="0" marR="0" rtl="0" algn="l">
                        <a:spcBef>
                          <a:spcPts val="0"/>
                        </a:spcBef>
                        <a:spcAft>
                          <a:spcPts val="0"/>
                        </a:spcAft>
                        <a:buNone/>
                      </a:pPr>
                      <a:r>
                        <a:rPr lang="en-GB" sz="1800"/>
                        <a:t>E</a:t>
                      </a:r>
                      <a:endParaRPr/>
                    </a:p>
                  </a:txBody>
                  <a:tcPr marT="45725" marB="45725" marR="91450" marL="91450">
                    <a:noFill/>
                  </a:tcPr>
                </a:tc>
                <a:tc>
                  <a:txBody>
                    <a:bodyPr/>
                    <a:lstStyle/>
                    <a:p>
                      <a:pPr indent="0" lvl="0" marL="0" marR="0" rtl="0" algn="l">
                        <a:spcBef>
                          <a:spcPts val="0"/>
                        </a:spcBef>
                        <a:spcAft>
                          <a:spcPts val="0"/>
                        </a:spcAft>
                        <a:buNone/>
                      </a:pPr>
                      <a:r>
                        <a:rPr lang="en-GB" sz="1800"/>
                        <a:t>F</a:t>
                      </a:r>
                      <a:endParaRPr/>
                    </a:p>
                  </a:txBody>
                  <a:tcPr marT="45725" marB="45725" marR="91450" marL="91450">
                    <a:noFill/>
                  </a:tcPr>
                </a:tc>
                <a:tc>
                  <a:txBody>
                    <a:bodyPr/>
                    <a:lstStyle/>
                    <a:p>
                      <a:pPr indent="0" lvl="0" marL="0" marR="0" rtl="0" algn="l">
                        <a:spcBef>
                          <a:spcPts val="0"/>
                        </a:spcBef>
                        <a:spcAft>
                          <a:spcPts val="0"/>
                        </a:spcAft>
                        <a:buNone/>
                      </a:pPr>
                      <a:r>
                        <a:rPr lang="en-GB" sz="1800"/>
                        <a:t>G</a:t>
                      </a:r>
                      <a:endParaRPr/>
                    </a:p>
                  </a:txBody>
                  <a:tcPr marT="45725" marB="45725" marR="91450" marL="91450">
                    <a:noFill/>
                  </a:tcPr>
                </a:tc>
                <a:tc>
                  <a:txBody>
                    <a:bodyPr/>
                    <a:lstStyle/>
                    <a:p>
                      <a:pPr indent="0" lvl="0" marL="0" marR="0" rtl="0" algn="l">
                        <a:spcBef>
                          <a:spcPts val="0"/>
                        </a:spcBef>
                        <a:spcAft>
                          <a:spcPts val="0"/>
                        </a:spcAft>
                        <a:buNone/>
                      </a:pPr>
                      <a:r>
                        <a:rPr lang="en-GB" sz="1800"/>
                        <a:t>H</a:t>
                      </a:r>
                      <a:endParaRPr/>
                    </a:p>
                  </a:txBody>
                  <a:tcPr marT="45725" marB="45725" marR="91450" marL="91450">
                    <a:noFill/>
                  </a:tcPr>
                </a:tc>
                <a:tc>
                  <a:txBody>
                    <a:bodyPr/>
                    <a:lstStyle/>
                    <a:p>
                      <a:pPr indent="0" lvl="0" marL="0" marR="0" rtl="0" algn="l">
                        <a:spcBef>
                          <a:spcPts val="0"/>
                        </a:spcBef>
                        <a:spcAft>
                          <a:spcPts val="0"/>
                        </a:spcAft>
                        <a:buNone/>
                      </a:pPr>
                      <a:r>
                        <a:rPr lang="en-GB" sz="1800"/>
                        <a:t>I</a:t>
                      </a:r>
                      <a:endParaRPr/>
                    </a:p>
                  </a:txBody>
                  <a:tcPr marT="45725" marB="45725" marR="91450" marL="91450">
                    <a:noFill/>
                  </a:tcPr>
                </a:tc>
                <a:tc>
                  <a:txBody>
                    <a:bodyPr/>
                    <a:lstStyle/>
                    <a:p>
                      <a:pPr indent="0" lvl="0" marL="0" marR="0" rtl="0" algn="l">
                        <a:spcBef>
                          <a:spcPts val="0"/>
                        </a:spcBef>
                        <a:spcAft>
                          <a:spcPts val="0"/>
                        </a:spcAft>
                        <a:buNone/>
                      </a:pPr>
                      <a:r>
                        <a:rPr lang="en-GB" sz="1800"/>
                        <a:t>J</a:t>
                      </a:r>
                      <a:endParaRPr/>
                    </a:p>
                  </a:txBody>
                  <a:tcPr marT="45725" marB="45725" marR="91450" marL="91450">
                    <a:noFill/>
                  </a:tcPr>
                </a:tc>
                <a:tc>
                  <a:txBody>
                    <a:bodyPr/>
                    <a:lstStyle/>
                    <a:p>
                      <a:pPr indent="0" lvl="0" marL="0" marR="0" rtl="0" algn="l">
                        <a:spcBef>
                          <a:spcPts val="0"/>
                        </a:spcBef>
                        <a:spcAft>
                          <a:spcPts val="0"/>
                        </a:spcAft>
                        <a:buNone/>
                      </a:pPr>
                      <a:r>
                        <a:rPr lang="en-GB" sz="1800"/>
                        <a:t>K</a:t>
                      </a:r>
                      <a:endParaRPr/>
                    </a:p>
                  </a:txBody>
                  <a:tcPr marT="45725" marB="45725" marR="91450" marL="91450">
                    <a:noFill/>
                  </a:tcPr>
                </a:tc>
                <a:tc>
                  <a:txBody>
                    <a:bodyPr/>
                    <a:lstStyle/>
                    <a:p>
                      <a:pPr indent="0" lvl="0" marL="0" marR="0" rtl="0" algn="l">
                        <a:spcBef>
                          <a:spcPts val="0"/>
                        </a:spcBef>
                        <a:spcAft>
                          <a:spcPts val="0"/>
                        </a:spcAft>
                        <a:buNone/>
                      </a:pPr>
                      <a:r>
                        <a:rPr lang="en-GB" sz="1800"/>
                        <a:t>L</a:t>
                      </a:r>
                      <a:endParaRPr/>
                    </a:p>
                  </a:txBody>
                  <a:tcPr marT="45725" marB="45725" marR="91450" marL="91450">
                    <a:noFill/>
                  </a:tcPr>
                </a:tc>
                <a:tc>
                  <a:txBody>
                    <a:bodyPr/>
                    <a:lstStyle/>
                    <a:p>
                      <a:pPr indent="0" lvl="0" marL="0" marR="0" rtl="0" algn="l">
                        <a:spcBef>
                          <a:spcPts val="0"/>
                        </a:spcBef>
                        <a:spcAft>
                          <a:spcPts val="0"/>
                        </a:spcAft>
                        <a:buNone/>
                      </a:pPr>
                      <a:r>
                        <a:rPr lang="en-GB" sz="1800"/>
                        <a:t>M</a:t>
                      </a:r>
                      <a:endParaRPr/>
                    </a:p>
                  </a:txBody>
                  <a:tcPr marT="45725" marB="45725" marR="91450" marL="91450">
                    <a:noFill/>
                  </a:tcPr>
                </a:tc>
                <a:tc>
                  <a:txBody>
                    <a:bodyPr/>
                    <a:lstStyle/>
                    <a:p>
                      <a:pPr indent="0" lvl="0" marL="0" marR="0" rtl="0" algn="l">
                        <a:spcBef>
                          <a:spcPts val="0"/>
                        </a:spcBef>
                        <a:spcAft>
                          <a:spcPts val="0"/>
                        </a:spcAft>
                        <a:buNone/>
                      </a:pPr>
                      <a:r>
                        <a:rPr lang="en-GB" sz="1800"/>
                        <a:t>N</a:t>
                      </a:r>
                      <a:endParaRPr/>
                    </a:p>
                  </a:txBody>
                  <a:tcPr marT="45725" marB="45725" marR="91450" marL="91450">
                    <a:noFill/>
                  </a:tcPr>
                </a:tc>
                <a:tc>
                  <a:txBody>
                    <a:bodyPr/>
                    <a:lstStyle/>
                    <a:p>
                      <a:pPr indent="0" lvl="0" marL="0" marR="0" rtl="0" algn="l">
                        <a:spcBef>
                          <a:spcPts val="0"/>
                        </a:spcBef>
                        <a:spcAft>
                          <a:spcPts val="0"/>
                        </a:spcAft>
                        <a:buNone/>
                      </a:pPr>
                      <a:r>
                        <a:rPr lang="en-GB" sz="1800"/>
                        <a:t>O</a:t>
                      </a:r>
                      <a:endParaRPr/>
                    </a:p>
                  </a:txBody>
                  <a:tcPr marT="45725" marB="45725" marR="91450" marL="91450">
                    <a:noFill/>
                  </a:tcPr>
                </a:tc>
                <a:tc>
                  <a:txBody>
                    <a:bodyPr/>
                    <a:lstStyle/>
                    <a:p>
                      <a:pPr indent="0" lvl="0" marL="0" marR="0" rtl="0" algn="l">
                        <a:spcBef>
                          <a:spcPts val="0"/>
                        </a:spcBef>
                        <a:spcAft>
                          <a:spcPts val="0"/>
                        </a:spcAft>
                        <a:buNone/>
                      </a:pPr>
                      <a:r>
                        <a:rPr lang="en-GB" sz="1800"/>
                        <a:t>P</a:t>
                      </a:r>
                      <a:endParaRPr/>
                    </a:p>
                  </a:txBody>
                  <a:tcPr marT="45725" marB="45725" marR="91450" marL="91450">
                    <a:noFill/>
                  </a:tcPr>
                </a:tc>
                <a:tc>
                  <a:txBody>
                    <a:bodyPr/>
                    <a:lstStyle/>
                    <a:p>
                      <a:pPr indent="0" lvl="0" marL="0" marR="0" rtl="0" algn="l">
                        <a:spcBef>
                          <a:spcPts val="0"/>
                        </a:spcBef>
                        <a:spcAft>
                          <a:spcPts val="0"/>
                        </a:spcAft>
                        <a:buNone/>
                      </a:pPr>
                      <a:r>
                        <a:rPr lang="en-GB" sz="1800"/>
                        <a:t>Q</a:t>
                      </a:r>
                      <a:endParaRPr/>
                    </a:p>
                  </a:txBody>
                  <a:tcPr marT="45725" marB="45725" marR="91450" marL="91450">
                    <a:noFill/>
                  </a:tcPr>
                </a:tc>
                <a:tc>
                  <a:txBody>
                    <a:bodyPr/>
                    <a:lstStyle/>
                    <a:p>
                      <a:pPr indent="0" lvl="0" marL="0" marR="0" rtl="0" algn="l">
                        <a:spcBef>
                          <a:spcPts val="0"/>
                        </a:spcBef>
                        <a:spcAft>
                          <a:spcPts val="0"/>
                        </a:spcAft>
                        <a:buNone/>
                      </a:pPr>
                      <a:r>
                        <a:rPr lang="en-GB" sz="1800"/>
                        <a:t>R</a:t>
                      </a:r>
                      <a:endParaRPr/>
                    </a:p>
                  </a:txBody>
                  <a:tcPr marT="45725" marB="45725" marR="91450" marL="91450">
                    <a:noFill/>
                  </a:tcPr>
                </a:tc>
                <a:tc>
                  <a:txBody>
                    <a:bodyPr/>
                    <a:lstStyle/>
                    <a:p>
                      <a:pPr indent="0" lvl="0" marL="0" marR="0" rtl="0" algn="l">
                        <a:spcBef>
                          <a:spcPts val="0"/>
                        </a:spcBef>
                        <a:spcAft>
                          <a:spcPts val="0"/>
                        </a:spcAft>
                        <a:buNone/>
                      </a:pPr>
                      <a:r>
                        <a:rPr lang="en-GB" sz="1800"/>
                        <a:t>S</a:t>
                      </a:r>
                      <a:endParaRPr/>
                    </a:p>
                  </a:txBody>
                  <a:tcPr marT="45725" marB="45725" marR="91450" marL="91450">
                    <a:noFill/>
                  </a:tcPr>
                </a:tc>
                <a:tc>
                  <a:txBody>
                    <a:bodyPr/>
                    <a:lstStyle/>
                    <a:p>
                      <a:pPr indent="0" lvl="0" marL="0" marR="0" rtl="0" algn="l">
                        <a:spcBef>
                          <a:spcPts val="0"/>
                        </a:spcBef>
                        <a:spcAft>
                          <a:spcPts val="0"/>
                        </a:spcAft>
                        <a:buNone/>
                      </a:pPr>
                      <a:r>
                        <a:rPr lang="en-GB" sz="1800"/>
                        <a:t>T</a:t>
                      </a:r>
                      <a:endParaRPr/>
                    </a:p>
                  </a:txBody>
                  <a:tcPr marT="45725" marB="45725" marR="91450" marL="91450">
                    <a:noFill/>
                  </a:tcPr>
                </a:tc>
                <a:tc>
                  <a:txBody>
                    <a:bodyPr/>
                    <a:lstStyle/>
                    <a:p>
                      <a:pPr indent="0" lvl="0" marL="0" marR="0" rtl="0" algn="l">
                        <a:spcBef>
                          <a:spcPts val="0"/>
                        </a:spcBef>
                        <a:spcAft>
                          <a:spcPts val="0"/>
                        </a:spcAft>
                        <a:buNone/>
                      </a:pPr>
                      <a:r>
                        <a:rPr lang="en-GB" sz="1800"/>
                        <a:t>U</a:t>
                      </a:r>
                      <a:endParaRPr/>
                    </a:p>
                  </a:txBody>
                  <a:tcPr marT="45725" marB="45725" marR="91450" marL="91450">
                    <a:noFill/>
                  </a:tcPr>
                </a:tc>
                <a:tc>
                  <a:txBody>
                    <a:bodyPr/>
                    <a:lstStyle/>
                    <a:p>
                      <a:pPr indent="0" lvl="0" marL="0" marR="0" rtl="0" algn="l">
                        <a:spcBef>
                          <a:spcPts val="0"/>
                        </a:spcBef>
                        <a:spcAft>
                          <a:spcPts val="0"/>
                        </a:spcAft>
                        <a:buNone/>
                      </a:pPr>
                      <a:r>
                        <a:rPr lang="en-GB" sz="1800"/>
                        <a:t>V</a:t>
                      </a:r>
                      <a:endParaRPr/>
                    </a:p>
                  </a:txBody>
                  <a:tcPr marT="45725" marB="45725" marR="91450" marL="91450">
                    <a:noFill/>
                  </a:tcPr>
                </a:tc>
                <a:tc>
                  <a:txBody>
                    <a:bodyPr/>
                    <a:lstStyle/>
                    <a:p>
                      <a:pPr indent="0" lvl="0" marL="0" marR="0" rtl="0" algn="l">
                        <a:spcBef>
                          <a:spcPts val="0"/>
                        </a:spcBef>
                        <a:spcAft>
                          <a:spcPts val="0"/>
                        </a:spcAft>
                        <a:buNone/>
                      </a:pPr>
                      <a:r>
                        <a:rPr lang="en-GB" sz="1800"/>
                        <a:t>W</a:t>
                      </a:r>
                      <a:endParaRPr/>
                    </a:p>
                  </a:txBody>
                  <a:tcPr marT="45725" marB="45725" marR="91450" marL="91450">
                    <a:noFill/>
                  </a:tcPr>
                </a:tc>
                <a:tc>
                  <a:txBody>
                    <a:bodyPr/>
                    <a:lstStyle/>
                    <a:p>
                      <a:pPr indent="0" lvl="0" marL="0" marR="0" rtl="0" algn="l">
                        <a:spcBef>
                          <a:spcPts val="0"/>
                        </a:spcBef>
                        <a:spcAft>
                          <a:spcPts val="0"/>
                        </a:spcAft>
                        <a:buNone/>
                      </a:pPr>
                      <a:r>
                        <a:rPr lang="en-GB" sz="1800"/>
                        <a:t>X</a:t>
                      </a:r>
                      <a:endParaRPr/>
                    </a:p>
                  </a:txBody>
                  <a:tcPr marT="45725" marB="45725" marR="91450" marL="91450">
                    <a:noFill/>
                  </a:tcPr>
                </a:tc>
                <a:tc>
                  <a:txBody>
                    <a:bodyPr/>
                    <a:lstStyle/>
                    <a:p>
                      <a:pPr indent="0" lvl="0" marL="0" marR="0" rtl="0" algn="l">
                        <a:spcBef>
                          <a:spcPts val="0"/>
                        </a:spcBef>
                        <a:spcAft>
                          <a:spcPts val="0"/>
                        </a:spcAft>
                        <a:buNone/>
                      </a:pPr>
                      <a:r>
                        <a:rPr lang="en-GB" sz="1800"/>
                        <a:t>Y</a:t>
                      </a:r>
                      <a:endParaRPr/>
                    </a:p>
                  </a:txBody>
                  <a:tcPr marT="45725" marB="45725" marR="91450" marL="91450">
                    <a:noFill/>
                  </a:tcPr>
                </a:tc>
                <a:tc>
                  <a:txBody>
                    <a:bodyPr/>
                    <a:lstStyle/>
                    <a:p>
                      <a:pPr indent="0" lvl="0" marL="0" marR="0" rtl="0" algn="l">
                        <a:spcBef>
                          <a:spcPts val="0"/>
                        </a:spcBef>
                        <a:spcAft>
                          <a:spcPts val="0"/>
                        </a:spcAft>
                        <a:buNone/>
                      </a:pPr>
                      <a:r>
                        <a:rPr lang="en-GB" sz="1800"/>
                        <a:t>Z</a:t>
                      </a:r>
                      <a:endParaRPr/>
                    </a:p>
                  </a:txBody>
                  <a:tcPr marT="45725" marB="45725" marR="91450" marL="91450">
                    <a:noFill/>
                  </a:tcPr>
                </a:tc>
              </a:tr>
            </a:tbl>
          </a:graphicData>
        </a:graphic>
      </p:graphicFrame>
      <p:graphicFrame>
        <p:nvGraphicFramePr>
          <p:cNvPr id="126" name="Google Shape;126;p4"/>
          <p:cNvGraphicFramePr/>
          <p:nvPr/>
        </p:nvGraphicFramePr>
        <p:xfrm>
          <a:off x="2860438" y="3748624"/>
          <a:ext cx="3000000" cy="3000000"/>
        </p:xfrm>
        <a:graphic>
          <a:graphicData uri="http://schemas.openxmlformats.org/drawingml/2006/table">
            <a:tbl>
              <a:tblPr bandRow="1" firstRow="1">
                <a:noFill/>
                <a:tableStyleId>{3391ECB9-A993-4AB1-933C-A51E340D023B}</a:tableStyleId>
              </a:tblPr>
              <a:tblGrid>
                <a:gridCol w="430575"/>
                <a:gridCol w="430575"/>
                <a:gridCol w="430575"/>
                <a:gridCol w="430575"/>
                <a:gridCol w="430575"/>
                <a:gridCol w="430575"/>
                <a:gridCol w="430575"/>
                <a:gridCol w="430575"/>
                <a:gridCol w="430575"/>
                <a:gridCol w="430575"/>
                <a:gridCol w="430575"/>
                <a:gridCol w="430575"/>
              </a:tblGrid>
              <a:tr h="320750">
                <a:tc>
                  <a:txBody>
                    <a:bodyPr/>
                    <a:lstStyle/>
                    <a:p>
                      <a:pPr indent="0" lvl="0" marL="0" marR="0" rtl="0" algn="l">
                        <a:spcBef>
                          <a:spcPts val="0"/>
                        </a:spcBef>
                        <a:spcAft>
                          <a:spcPts val="0"/>
                        </a:spcAft>
                        <a:buNone/>
                      </a:pPr>
                      <a:r>
                        <a:rPr lang="en-GB" sz="1800"/>
                        <a:t>C</a:t>
                      </a:r>
                      <a:endParaRPr/>
                    </a:p>
                  </a:txBody>
                  <a:tcPr marT="45725" marB="45725" marR="91450" marL="91450">
                    <a:noFill/>
                  </a:tcPr>
                </a:tc>
                <a:tc>
                  <a:txBody>
                    <a:bodyPr/>
                    <a:lstStyle/>
                    <a:p>
                      <a:pPr indent="0" lvl="0" marL="0" marR="0" rtl="0" algn="l">
                        <a:spcBef>
                          <a:spcPts val="0"/>
                        </a:spcBef>
                        <a:spcAft>
                          <a:spcPts val="0"/>
                        </a:spcAft>
                        <a:buNone/>
                      </a:pPr>
                      <a:r>
                        <a:rPr lang="en-GB" sz="1800"/>
                        <a:t>R</a:t>
                      </a:r>
                      <a:endParaRPr/>
                    </a:p>
                  </a:txBody>
                  <a:tcPr marT="45725" marB="45725" marR="91450" marL="91450">
                    <a:noFill/>
                  </a:tcPr>
                </a:tc>
                <a:tc>
                  <a:txBody>
                    <a:bodyPr/>
                    <a:lstStyle/>
                    <a:p>
                      <a:pPr indent="0" lvl="0" marL="0" marR="0" rtl="0" algn="l">
                        <a:spcBef>
                          <a:spcPts val="0"/>
                        </a:spcBef>
                        <a:spcAft>
                          <a:spcPts val="0"/>
                        </a:spcAft>
                        <a:buNone/>
                      </a:pPr>
                      <a:r>
                        <a:rPr lang="en-GB" sz="1800"/>
                        <a:t>I</a:t>
                      </a:r>
                      <a:endParaRPr/>
                    </a:p>
                  </a:txBody>
                  <a:tcPr marT="45725" marB="45725" marR="91450" marL="91450">
                    <a:noFill/>
                  </a:tcPr>
                </a:tc>
                <a:tc>
                  <a:txBody>
                    <a:bodyPr/>
                    <a:lstStyle/>
                    <a:p>
                      <a:pPr indent="0" lvl="0" marL="0" marR="0" rtl="0" algn="l">
                        <a:spcBef>
                          <a:spcPts val="0"/>
                        </a:spcBef>
                        <a:spcAft>
                          <a:spcPts val="0"/>
                        </a:spcAft>
                        <a:buNone/>
                      </a:pPr>
                      <a:r>
                        <a:rPr lang="en-GB" sz="1800"/>
                        <a:t>T</a:t>
                      </a:r>
                      <a:endParaRPr/>
                    </a:p>
                  </a:txBody>
                  <a:tcPr marT="45725" marB="45725" marR="91450" marL="91450">
                    <a:noFill/>
                  </a:tcPr>
                </a:tc>
                <a:tc>
                  <a:txBody>
                    <a:bodyPr/>
                    <a:lstStyle/>
                    <a:p>
                      <a:pPr indent="0" lvl="0" marL="0" marR="0" rtl="0" algn="l">
                        <a:spcBef>
                          <a:spcPts val="0"/>
                        </a:spcBef>
                        <a:spcAft>
                          <a:spcPts val="0"/>
                        </a:spcAft>
                        <a:buNone/>
                      </a:pPr>
                      <a:r>
                        <a:rPr lang="en-GB" sz="1800"/>
                        <a:t>T</a:t>
                      </a:r>
                      <a:endParaRPr/>
                    </a:p>
                  </a:txBody>
                  <a:tcPr marT="45725" marB="45725" marR="91450" marL="91450">
                    <a:noFill/>
                  </a:tcPr>
                </a:tc>
                <a:tc>
                  <a:txBody>
                    <a:bodyPr/>
                    <a:lstStyle/>
                    <a:p>
                      <a:pPr indent="0" lvl="0" marL="0" marR="0" rtl="0" algn="l">
                        <a:spcBef>
                          <a:spcPts val="0"/>
                        </a:spcBef>
                        <a:spcAft>
                          <a:spcPts val="0"/>
                        </a:spcAft>
                        <a:buNone/>
                      </a:pPr>
                      <a:r>
                        <a:rPr lang="en-GB" sz="1800"/>
                        <a:t>O</a:t>
                      </a:r>
                      <a:endParaRPr/>
                    </a:p>
                  </a:txBody>
                  <a:tcPr marT="45725" marB="45725" marR="91450" marL="91450">
                    <a:noFill/>
                  </a:tcPr>
                </a:tc>
                <a:tc>
                  <a:txBody>
                    <a:bodyPr/>
                    <a:lstStyle/>
                    <a:p>
                      <a:pPr indent="0" lvl="0" marL="0" marR="0" rtl="0" algn="l">
                        <a:spcBef>
                          <a:spcPts val="0"/>
                        </a:spcBef>
                        <a:spcAft>
                          <a:spcPts val="0"/>
                        </a:spcAft>
                        <a:buNone/>
                      </a:pPr>
                      <a:r>
                        <a:rPr lang="en-GB" sz="1800"/>
                        <a:t> G</a:t>
                      </a:r>
                      <a:endParaRPr/>
                    </a:p>
                  </a:txBody>
                  <a:tcPr marT="45725" marB="45725" marR="91450" marL="91450">
                    <a:noFill/>
                  </a:tcPr>
                </a:tc>
                <a:tc>
                  <a:txBody>
                    <a:bodyPr/>
                    <a:lstStyle/>
                    <a:p>
                      <a:pPr indent="0" lvl="0" marL="0" marR="0" rtl="0" algn="l">
                        <a:spcBef>
                          <a:spcPts val="0"/>
                        </a:spcBef>
                        <a:spcAft>
                          <a:spcPts val="0"/>
                        </a:spcAft>
                        <a:buNone/>
                      </a:pPr>
                      <a:r>
                        <a:rPr lang="en-GB" sz="1800"/>
                        <a:t>R</a:t>
                      </a:r>
                      <a:endParaRPr/>
                    </a:p>
                  </a:txBody>
                  <a:tcPr marT="45725" marB="45725" marR="91450" marL="91450">
                    <a:noFill/>
                  </a:tcPr>
                </a:tc>
                <a:tc>
                  <a:txBody>
                    <a:bodyPr/>
                    <a:lstStyle/>
                    <a:p>
                      <a:pPr indent="0" lvl="0" marL="0" marR="0" rtl="0" algn="l">
                        <a:spcBef>
                          <a:spcPts val="0"/>
                        </a:spcBef>
                        <a:spcAft>
                          <a:spcPts val="0"/>
                        </a:spcAft>
                        <a:buNone/>
                      </a:pPr>
                      <a:r>
                        <a:rPr lang="en-GB" sz="1800"/>
                        <a:t>A</a:t>
                      </a:r>
                      <a:endParaRPr/>
                    </a:p>
                  </a:txBody>
                  <a:tcPr marT="45725" marB="45725" marR="91450" marL="91450">
                    <a:noFill/>
                  </a:tcPr>
                </a:tc>
                <a:tc>
                  <a:txBody>
                    <a:bodyPr/>
                    <a:lstStyle/>
                    <a:p>
                      <a:pPr indent="0" lvl="0" marL="0" marR="0" rtl="0" algn="l">
                        <a:spcBef>
                          <a:spcPts val="0"/>
                        </a:spcBef>
                        <a:spcAft>
                          <a:spcPts val="0"/>
                        </a:spcAft>
                        <a:buNone/>
                      </a:pPr>
                      <a:r>
                        <a:rPr lang="en-GB" sz="1800"/>
                        <a:t>F</a:t>
                      </a:r>
                      <a:endParaRPr sz="1800"/>
                    </a:p>
                  </a:txBody>
                  <a:tcPr marT="45725" marB="45725" marR="91450" marL="91450">
                    <a:noFill/>
                  </a:tcPr>
                </a:tc>
                <a:tc>
                  <a:txBody>
                    <a:bodyPr/>
                    <a:lstStyle/>
                    <a:p>
                      <a:pPr indent="0" lvl="0" marL="0" marR="0" rtl="0" algn="l">
                        <a:spcBef>
                          <a:spcPts val="0"/>
                        </a:spcBef>
                        <a:spcAft>
                          <a:spcPts val="0"/>
                        </a:spcAft>
                        <a:buNone/>
                      </a:pPr>
                      <a:r>
                        <a:rPr lang="en-GB" sz="1800"/>
                        <a:t>I</a:t>
                      </a:r>
                      <a:endParaRPr sz="1800"/>
                    </a:p>
                  </a:txBody>
                  <a:tcPr marT="45725" marB="45725" marR="91450" marL="91450">
                    <a:noFill/>
                  </a:tcPr>
                </a:tc>
                <a:tc>
                  <a:txBody>
                    <a:bodyPr/>
                    <a:lstStyle/>
                    <a:p>
                      <a:pPr indent="0" lvl="0" marL="0" marR="0" rtl="0" algn="l">
                        <a:spcBef>
                          <a:spcPts val="0"/>
                        </a:spcBef>
                        <a:spcAft>
                          <a:spcPts val="0"/>
                        </a:spcAft>
                        <a:buNone/>
                      </a:pPr>
                      <a:r>
                        <a:rPr lang="en-GB" sz="1800"/>
                        <a:t>A</a:t>
                      </a:r>
                      <a:endParaRPr sz="1800"/>
                    </a:p>
                  </a:txBody>
                  <a:tcPr marT="45725" marB="45725" marR="91450" marL="91450">
                    <a:noFill/>
                  </a:tcPr>
                </a:tc>
              </a:tr>
              <a:tr h="320750">
                <a:tc>
                  <a:txBody>
                    <a:bodyPr/>
                    <a:lstStyle/>
                    <a:p>
                      <a:pPr indent="0" lvl="0" marL="0" marR="0" rtl="0" algn="l">
                        <a:spcBef>
                          <a:spcPts val="0"/>
                        </a:spcBef>
                        <a:spcAft>
                          <a:spcPts val="0"/>
                        </a:spcAft>
                        <a:buNone/>
                      </a:pPr>
                      <a:r>
                        <a:rPr lang="en-GB" sz="1800"/>
                        <a:t>5</a:t>
                      </a:r>
                      <a:endParaRPr/>
                    </a:p>
                  </a:txBody>
                  <a:tcPr marT="45725" marB="45725" marR="91450" marL="91450">
                    <a:noFill/>
                  </a:tcPr>
                </a:tc>
                <a:tc>
                  <a:txBody>
                    <a:bodyPr/>
                    <a:lstStyle/>
                    <a:p>
                      <a:pPr indent="0" lvl="0" marL="0" marR="0" rtl="0" algn="l">
                        <a:spcBef>
                          <a:spcPts val="0"/>
                        </a:spcBef>
                        <a:spcAft>
                          <a:spcPts val="0"/>
                        </a:spcAft>
                        <a:buNone/>
                      </a:pPr>
                      <a:r>
                        <a:rPr lang="en-GB" sz="1800"/>
                        <a:t>4</a:t>
                      </a:r>
                      <a:endParaRPr/>
                    </a:p>
                  </a:txBody>
                  <a:tcPr marT="45725" marB="45725" marR="91450" marL="91450">
                    <a:noFill/>
                  </a:tcPr>
                </a:tc>
                <a:tc>
                  <a:txBody>
                    <a:bodyPr/>
                    <a:lstStyle/>
                    <a:p>
                      <a:pPr indent="0" lvl="0" marL="0" marR="0" rtl="0" algn="l">
                        <a:spcBef>
                          <a:spcPts val="0"/>
                        </a:spcBef>
                        <a:spcAft>
                          <a:spcPts val="0"/>
                        </a:spcAft>
                        <a:buNone/>
                      </a:pPr>
                      <a:r>
                        <a:rPr lang="en-GB" sz="1800"/>
                        <a:t>2</a:t>
                      </a:r>
                      <a:endParaRPr/>
                    </a:p>
                  </a:txBody>
                  <a:tcPr marT="45725" marB="45725" marR="91450" marL="91450">
                    <a:noFill/>
                  </a:tcPr>
                </a:tc>
                <a:tc>
                  <a:txBody>
                    <a:bodyPr/>
                    <a:lstStyle/>
                    <a:p>
                      <a:pPr indent="0" lvl="0" marL="0" marR="0" rtl="0" algn="l">
                        <a:spcBef>
                          <a:spcPts val="0"/>
                        </a:spcBef>
                        <a:spcAft>
                          <a:spcPts val="0"/>
                        </a:spcAft>
                        <a:buNone/>
                      </a:pPr>
                      <a:r>
                        <a:rPr lang="en-GB" sz="1800"/>
                        <a:t>5</a:t>
                      </a:r>
                      <a:endParaRPr/>
                    </a:p>
                  </a:txBody>
                  <a:tcPr marT="45725" marB="45725" marR="91450" marL="91450">
                    <a:noFill/>
                  </a:tcPr>
                </a:tc>
                <a:tc>
                  <a:txBody>
                    <a:bodyPr/>
                    <a:lstStyle/>
                    <a:p>
                      <a:pPr indent="0" lvl="0" marL="0" marR="0" rtl="0" algn="l">
                        <a:spcBef>
                          <a:spcPts val="0"/>
                        </a:spcBef>
                        <a:spcAft>
                          <a:spcPts val="0"/>
                        </a:spcAft>
                        <a:buNone/>
                      </a:pPr>
                      <a:r>
                        <a:rPr lang="en-GB" sz="1800"/>
                        <a:t>4</a:t>
                      </a:r>
                      <a:endParaRPr/>
                    </a:p>
                  </a:txBody>
                  <a:tcPr marT="45725" marB="45725" marR="91450" marL="91450">
                    <a:noFill/>
                  </a:tcPr>
                </a:tc>
                <a:tc>
                  <a:txBody>
                    <a:bodyPr/>
                    <a:lstStyle/>
                    <a:p>
                      <a:pPr indent="0" lvl="0" marL="0" marR="0" rtl="0" algn="l">
                        <a:spcBef>
                          <a:spcPts val="0"/>
                        </a:spcBef>
                        <a:spcAft>
                          <a:spcPts val="0"/>
                        </a:spcAft>
                        <a:buNone/>
                      </a:pPr>
                      <a:r>
                        <a:rPr lang="en-GB" sz="1800"/>
                        <a:t>2</a:t>
                      </a:r>
                      <a:endParaRPr/>
                    </a:p>
                  </a:txBody>
                  <a:tcPr marT="45725" marB="45725" marR="91450" marL="91450">
                    <a:noFill/>
                  </a:tcPr>
                </a:tc>
                <a:tc>
                  <a:txBody>
                    <a:bodyPr/>
                    <a:lstStyle/>
                    <a:p>
                      <a:pPr indent="0" lvl="0" marL="0" marR="0" rtl="0" algn="l">
                        <a:spcBef>
                          <a:spcPts val="0"/>
                        </a:spcBef>
                        <a:spcAft>
                          <a:spcPts val="0"/>
                        </a:spcAft>
                        <a:buNone/>
                      </a:pPr>
                      <a:r>
                        <a:rPr lang="en-GB" sz="1800"/>
                        <a:t>5</a:t>
                      </a:r>
                      <a:endParaRPr/>
                    </a:p>
                  </a:txBody>
                  <a:tcPr marT="45725" marB="45725" marR="91450" marL="91450">
                    <a:noFill/>
                  </a:tcPr>
                </a:tc>
                <a:tc>
                  <a:txBody>
                    <a:bodyPr/>
                    <a:lstStyle/>
                    <a:p>
                      <a:pPr indent="0" lvl="0" marL="0" marR="0" rtl="0" algn="l">
                        <a:spcBef>
                          <a:spcPts val="0"/>
                        </a:spcBef>
                        <a:spcAft>
                          <a:spcPts val="0"/>
                        </a:spcAft>
                        <a:buNone/>
                      </a:pPr>
                      <a:r>
                        <a:rPr lang="en-GB" sz="1800"/>
                        <a:t>4</a:t>
                      </a:r>
                      <a:endParaRPr/>
                    </a:p>
                  </a:txBody>
                  <a:tcPr marT="45725" marB="45725" marR="91450" marL="91450">
                    <a:noFill/>
                  </a:tcPr>
                </a:tc>
                <a:tc>
                  <a:txBody>
                    <a:bodyPr/>
                    <a:lstStyle/>
                    <a:p>
                      <a:pPr indent="0" lvl="0" marL="0" marR="0" rtl="0" algn="l">
                        <a:spcBef>
                          <a:spcPts val="0"/>
                        </a:spcBef>
                        <a:spcAft>
                          <a:spcPts val="0"/>
                        </a:spcAft>
                        <a:buNone/>
                      </a:pPr>
                      <a:r>
                        <a:rPr lang="en-GB" sz="1800"/>
                        <a:t>2</a:t>
                      </a:r>
                      <a:endParaRPr/>
                    </a:p>
                  </a:txBody>
                  <a:tcPr marT="45725" marB="45725" marR="91450" marL="91450">
                    <a:noFill/>
                  </a:tcPr>
                </a:tc>
                <a:tc>
                  <a:txBody>
                    <a:bodyPr/>
                    <a:lstStyle/>
                    <a:p>
                      <a:pPr indent="0" lvl="0" marL="0" marR="0" rtl="0" algn="l">
                        <a:spcBef>
                          <a:spcPts val="0"/>
                        </a:spcBef>
                        <a:spcAft>
                          <a:spcPts val="0"/>
                        </a:spcAft>
                        <a:buNone/>
                      </a:pPr>
                      <a:r>
                        <a:rPr lang="en-GB" sz="1800"/>
                        <a:t>5</a:t>
                      </a:r>
                      <a:endParaRPr sz="1800"/>
                    </a:p>
                  </a:txBody>
                  <a:tcPr marT="45725" marB="45725" marR="91450" marL="91450">
                    <a:noFill/>
                  </a:tcPr>
                </a:tc>
                <a:tc>
                  <a:txBody>
                    <a:bodyPr/>
                    <a:lstStyle/>
                    <a:p>
                      <a:pPr indent="0" lvl="0" marL="0" marR="0" rtl="0" algn="l">
                        <a:spcBef>
                          <a:spcPts val="0"/>
                        </a:spcBef>
                        <a:spcAft>
                          <a:spcPts val="0"/>
                        </a:spcAft>
                        <a:buNone/>
                      </a:pPr>
                      <a:r>
                        <a:rPr lang="en-GB" sz="1800"/>
                        <a:t>4</a:t>
                      </a:r>
                      <a:endParaRPr sz="1800"/>
                    </a:p>
                  </a:txBody>
                  <a:tcPr marT="45725" marB="45725" marR="91450" marL="91450">
                    <a:noFill/>
                  </a:tcPr>
                </a:tc>
                <a:tc>
                  <a:txBody>
                    <a:bodyPr/>
                    <a:lstStyle/>
                    <a:p>
                      <a:pPr indent="0" lvl="0" marL="0" marR="0" rtl="0" algn="l">
                        <a:spcBef>
                          <a:spcPts val="0"/>
                        </a:spcBef>
                        <a:spcAft>
                          <a:spcPts val="0"/>
                        </a:spcAft>
                        <a:buNone/>
                      </a:pPr>
                      <a:r>
                        <a:rPr lang="en-GB" sz="1800"/>
                        <a:t>2</a:t>
                      </a:r>
                      <a:endParaRPr sz="1800"/>
                    </a:p>
                  </a:txBody>
                  <a:tcPr marT="45725" marB="45725" marR="91450" marL="91450">
                    <a:noFill/>
                  </a:tcPr>
                </a:tc>
              </a:tr>
              <a:tr h="320750">
                <a:tc>
                  <a:txBody>
                    <a:bodyPr/>
                    <a:lstStyle/>
                    <a:p>
                      <a:pPr indent="0" lvl="0" marL="0" marR="0" rtl="0" algn="l">
                        <a:spcBef>
                          <a:spcPts val="0"/>
                        </a:spcBef>
                        <a:spcAft>
                          <a:spcPts val="0"/>
                        </a:spcAft>
                        <a:buNone/>
                      </a:pPr>
                      <a:r>
                        <a:rPr b="1" lang="en-GB" sz="1800"/>
                        <a:t>H</a:t>
                      </a:r>
                      <a:endParaRPr b="1" sz="1800"/>
                    </a:p>
                  </a:txBody>
                  <a:tcPr marT="45725" marB="45725" marR="91450" marL="91450">
                    <a:noFill/>
                  </a:tcPr>
                </a:tc>
                <a:tc>
                  <a:txBody>
                    <a:bodyPr/>
                    <a:lstStyle/>
                    <a:p>
                      <a:pPr indent="0" lvl="0" marL="0" marR="0" rtl="0" algn="l">
                        <a:spcBef>
                          <a:spcPts val="0"/>
                        </a:spcBef>
                        <a:spcAft>
                          <a:spcPts val="0"/>
                        </a:spcAft>
                        <a:buNone/>
                      </a:pPr>
                      <a:r>
                        <a:rPr b="1" lang="en-GB" sz="1800"/>
                        <a:t>V</a:t>
                      </a:r>
                      <a:endParaRPr b="1" sz="1800"/>
                    </a:p>
                  </a:txBody>
                  <a:tcPr marT="45725" marB="45725" marR="91450" marL="91450">
                    <a:noFill/>
                  </a:tcPr>
                </a:tc>
                <a:tc>
                  <a:txBody>
                    <a:bodyPr/>
                    <a:lstStyle/>
                    <a:p>
                      <a:pPr indent="0" lvl="0" marL="0" marR="0" rtl="0" algn="l">
                        <a:spcBef>
                          <a:spcPts val="0"/>
                        </a:spcBef>
                        <a:spcAft>
                          <a:spcPts val="0"/>
                        </a:spcAft>
                        <a:buNone/>
                      </a:pPr>
                      <a:r>
                        <a:rPr b="1" lang="en-GB" sz="1800"/>
                        <a:t>K</a:t>
                      </a:r>
                      <a:endParaRPr b="1" sz="1800"/>
                    </a:p>
                  </a:txBody>
                  <a:tcPr marT="45725" marB="45725" marR="91450" marL="91450">
                    <a:noFill/>
                  </a:tcPr>
                </a:tc>
                <a:tc>
                  <a:txBody>
                    <a:bodyPr/>
                    <a:lstStyle/>
                    <a:p>
                      <a:pPr indent="0" lvl="0" marL="0" marR="0" rtl="0" algn="l">
                        <a:spcBef>
                          <a:spcPts val="0"/>
                        </a:spcBef>
                        <a:spcAft>
                          <a:spcPts val="0"/>
                        </a:spcAft>
                        <a:buNone/>
                      </a:pPr>
                      <a:r>
                        <a:rPr b="1" lang="en-GB" sz="1800"/>
                        <a:t>Y</a:t>
                      </a:r>
                      <a:endParaRPr b="1" sz="1800"/>
                    </a:p>
                  </a:txBody>
                  <a:tcPr marT="45725" marB="45725" marR="91450" marL="91450">
                    <a:noFill/>
                  </a:tcPr>
                </a:tc>
                <a:tc>
                  <a:txBody>
                    <a:bodyPr/>
                    <a:lstStyle/>
                    <a:p>
                      <a:pPr indent="0" lvl="0" marL="0" marR="0" rtl="0" algn="l">
                        <a:spcBef>
                          <a:spcPts val="0"/>
                        </a:spcBef>
                        <a:spcAft>
                          <a:spcPts val="0"/>
                        </a:spcAft>
                        <a:buNone/>
                      </a:pPr>
                      <a:r>
                        <a:rPr b="1" lang="en-GB" sz="1800"/>
                        <a:t>X</a:t>
                      </a:r>
                      <a:endParaRPr b="1" sz="1800"/>
                    </a:p>
                  </a:txBody>
                  <a:tcPr marT="45725" marB="45725" marR="91450" marL="91450">
                    <a:noFill/>
                  </a:tcPr>
                </a:tc>
                <a:tc>
                  <a:txBody>
                    <a:bodyPr/>
                    <a:lstStyle/>
                    <a:p>
                      <a:pPr indent="0" lvl="0" marL="0" marR="0" rtl="0" algn="l">
                        <a:spcBef>
                          <a:spcPts val="0"/>
                        </a:spcBef>
                        <a:spcAft>
                          <a:spcPts val="0"/>
                        </a:spcAft>
                        <a:buNone/>
                      </a:pPr>
                      <a:r>
                        <a:rPr b="1" lang="en-GB" sz="1800"/>
                        <a:t>Q</a:t>
                      </a:r>
                      <a:endParaRPr b="1" sz="1800"/>
                    </a:p>
                  </a:txBody>
                  <a:tcPr marT="45725" marB="45725" marR="91450" marL="91450">
                    <a:noFill/>
                  </a:tcPr>
                </a:tc>
                <a:tc>
                  <a:txBody>
                    <a:bodyPr/>
                    <a:lstStyle/>
                    <a:p>
                      <a:pPr indent="0" lvl="0" marL="0" marR="0" rtl="0" algn="l">
                        <a:spcBef>
                          <a:spcPts val="0"/>
                        </a:spcBef>
                        <a:spcAft>
                          <a:spcPts val="0"/>
                        </a:spcAft>
                        <a:buNone/>
                      </a:pPr>
                      <a:r>
                        <a:rPr b="1" lang="en-GB" sz="1800"/>
                        <a:t>L</a:t>
                      </a:r>
                      <a:endParaRPr b="1" sz="1800"/>
                    </a:p>
                  </a:txBody>
                  <a:tcPr marT="45725" marB="45725" marR="91450" marL="91450">
                    <a:noFill/>
                  </a:tcPr>
                </a:tc>
                <a:tc>
                  <a:txBody>
                    <a:bodyPr/>
                    <a:lstStyle/>
                    <a:p>
                      <a:pPr indent="0" lvl="0" marL="0" marR="0" rtl="0" algn="l">
                        <a:spcBef>
                          <a:spcPts val="0"/>
                        </a:spcBef>
                        <a:spcAft>
                          <a:spcPts val="0"/>
                        </a:spcAft>
                        <a:buNone/>
                      </a:pPr>
                      <a:r>
                        <a:rPr b="1" lang="en-GB" sz="1800"/>
                        <a:t>V</a:t>
                      </a:r>
                      <a:endParaRPr b="1" sz="1800"/>
                    </a:p>
                  </a:txBody>
                  <a:tcPr marT="45725" marB="45725" marR="91450" marL="91450">
                    <a:noFill/>
                  </a:tcPr>
                </a:tc>
                <a:tc>
                  <a:txBody>
                    <a:bodyPr/>
                    <a:lstStyle/>
                    <a:p>
                      <a:pPr indent="0" lvl="0" marL="0" marR="0" rtl="0" algn="l">
                        <a:spcBef>
                          <a:spcPts val="0"/>
                        </a:spcBef>
                        <a:spcAft>
                          <a:spcPts val="0"/>
                        </a:spcAft>
                        <a:buNone/>
                      </a:pPr>
                      <a:r>
                        <a:rPr b="1" lang="en-GB" sz="1800"/>
                        <a:t>C</a:t>
                      </a:r>
                      <a:endParaRPr b="1" sz="1800"/>
                    </a:p>
                  </a:txBody>
                  <a:tcPr marT="45725" marB="45725" marR="91450" marL="91450">
                    <a:noFill/>
                  </a:tcPr>
                </a:tc>
                <a:tc>
                  <a:txBody>
                    <a:bodyPr/>
                    <a:lstStyle/>
                    <a:p>
                      <a:pPr indent="0" lvl="0" marL="0" marR="0" rtl="0" algn="l">
                        <a:spcBef>
                          <a:spcPts val="0"/>
                        </a:spcBef>
                        <a:spcAft>
                          <a:spcPts val="0"/>
                        </a:spcAft>
                        <a:buNone/>
                      </a:pPr>
                      <a:r>
                        <a:rPr b="1" lang="en-GB" sz="1800"/>
                        <a:t>K</a:t>
                      </a:r>
                      <a:endParaRPr b="1" sz="1800"/>
                    </a:p>
                  </a:txBody>
                  <a:tcPr marT="45725" marB="45725" marR="91450" marL="91450">
                    <a:noFill/>
                  </a:tcPr>
                </a:tc>
                <a:tc>
                  <a:txBody>
                    <a:bodyPr/>
                    <a:lstStyle/>
                    <a:p>
                      <a:pPr indent="0" lvl="0" marL="0" marR="0" rtl="0" algn="l">
                        <a:spcBef>
                          <a:spcPts val="0"/>
                        </a:spcBef>
                        <a:spcAft>
                          <a:spcPts val="0"/>
                        </a:spcAft>
                        <a:buNone/>
                      </a:pPr>
                      <a:r>
                        <a:rPr b="1" lang="en-GB" sz="1800"/>
                        <a:t>M</a:t>
                      </a:r>
                      <a:endParaRPr b="1" sz="1800"/>
                    </a:p>
                  </a:txBody>
                  <a:tcPr marT="45725" marB="45725" marR="91450" marL="91450">
                    <a:noFill/>
                  </a:tcPr>
                </a:tc>
                <a:tc>
                  <a:txBody>
                    <a:bodyPr/>
                    <a:lstStyle/>
                    <a:p>
                      <a:pPr indent="0" lvl="0" marL="0" marR="0" rtl="0" algn="l">
                        <a:spcBef>
                          <a:spcPts val="0"/>
                        </a:spcBef>
                        <a:spcAft>
                          <a:spcPts val="0"/>
                        </a:spcAft>
                        <a:buNone/>
                      </a:pPr>
                      <a:r>
                        <a:rPr b="1" lang="en-GB" sz="1800"/>
                        <a:t>C</a:t>
                      </a:r>
                      <a:endParaRPr b="1" sz="1800"/>
                    </a:p>
                  </a:txBody>
                  <a:tcPr marT="45725" marB="45725" marR="91450" marL="91450">
                    <a:noFill/>
                  </a:tcPr>
                </a:tc>
              </a:tr>
            </a:tbl>
          </a:graphicData>
        </a:graphic>
      </p:graphicFrame>
      <p:sp>
        <p:nvSpPr>
          <p:cNvPr id="127" name="Google Shape;127;p4"/>
          <p:cNvSpPr txBox="1"/>
          <p:nvPr/>
        </p:nvSpPr>
        <p:spPr>
          <a:xfrm>
            <a:off x="322730" y="3748624"/>
            <a:ext cx="2255169" cy="36933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800">
                <a:solidFill>
                  <a:schemeClr val="dk1"/>
                </a:solidFill>
                <a:latin typeface="Calibri"/>
                <a:ea typeface="Calibri"/>
                <a:cs typeface="Calibri"/>
                <a:sym typeface="Calibri"/>
              </a:rPr>
              <a:t>Messaggio non cifrato</a:t>
            </a:r>
            <a:endParaRPr sz="1800">
              <a:solidFill>
                <a:schemeClr val="dk1"/>
              </a:solidFill>
              <a:latin typeface="Calibri"/>
              <a:ea typeface="Calibri"/>
              <a:cs typeface="Calibri"/>
              <a:sym typeface="Calibri"/>
            </a:endParaRPr>
          </a:p>
        </p:txBody>
      </p:sp>
      <p:sp>
        <p:nvSpPr>
          <p:cNvPr id="128" name="Google Shape;128;p4"/>
          <p:cNvSpPr txBox="1"/>
          <p:nvPr/>
        </p:nvSpPr>
        <p:spPr>
          <a:xfrm>
            <a:off x="1429508" y="4132853"/>
            <a:ext cx="1148391" cy="36933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800">
                <a:solidFill>
                  <a:schemeClr val="dk1"/>
                </a:solidFill>
                <a:latin typeface="Calibri"/>
                <a:ea typeface="Calibri"/>
                <a:cs typeface="Calibri"/>
                <a:sym typeface="Calibri"/>
              </a:rPr>
              <a:t>Chiave </a:t>
            </a:r>
            <a:r>
              <a:rPr b="1" i="1" lang="en-GB" sz="1800">
                <a:solidFill>
                  <a:schemeClr val="dk1"/>
                </a:solidFill>
                <a:latin typeface="Calibri"/>
                <a:ea typeface="Calibri"/>
                <a:cs typeface="Calibri"/>
                <a:sym typeface="Calibri"/>
              </a:rPr>
              <a:t>K</a:t>
            </a:r>
            <a:r>
              <a:rPr lang="en-GB" sz="1800">
                <a:solidFill>
                  <a:schemeClr val="dk1"/>
                </a:solidFill>
                <a:latin typeface="Calibri"/>
                <a:ea typeface="Calibri"/>
                <a:cs typeface="Calibri"/>
                <a:sym typeface="Calibri"/>
              </a:rPr>
              <a:t> =</a:t>
            </a:r>
            <a:endParaRPr/>
          </a:p>
        </p:txBody>
      </p:sp>
      <p:sp>
        <p:nvSpPr>
          <p:cNvPr id="129" name="Google Shape;129;p4"/>
          <p:cNvSpPr txBox="1"/>
          <p:nvPr/>
        </p:nvSpPr>
        <p:spPr>
          <a:xfrm>
            <a:off x="741114" y="4457343"/>
            <a:ext cx="1836785" cy="36933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800">
                <a:solidFill>
                  <a:schemeClr val="dk1"/>
                </a:solidFill>
                <a:latin typeface="Calibri"/>
                <a:ea typeface="Calibri"/>
                <a:cs typeface="Calibri"/>
                <a:sym typeface="Calibri"/>
              </a:rPr>
              <a:t>Messaggio cifrato</a:t>
            </a:r>
            <a:endParaRPr sz="1800">
              <a:solidFill>
                <a:schemeClr val="dk1"/>
              </a:solidFill>
              <a:latin typeface="Calibri"/>
              <a:ea typeface="Calibri"/>
              <a:cs typeface="Calibri"/>
              <a:sym typeface="Calibri"/>
            </a:endParaRPr>
          </a:p>
        </p:txBody>
      </p:sp>
      <p:pic>
        <p:nvPicPr>
          <p:cNvPr descr="Immagine che contiene Elementi grafici, cerchio, Policromia&#10;&#10;Il contenuto generato dall&amp;#39;IA potrebbe non essere corretto." id="130" name="Google Shape;130;p4"/>
          <p:cNvPicPr preferRelativeResize="0"/>
          <p:nvPr/>
        </p:nvPicPr>
        <p:blipFill rotWithShape="1">
          <a:blip r:embed="rId3">
            <a:alphaModFix/>
          </a:blip>
          <a:srcRect b="0" l="0" r="0" t="0"/>
          <a:stretch/>
        </p:blipFill>
        <p:spPr>
          <a:xfrm>
            <a:off x="11312237" y="58367"/>
            <a:ext cx="741219" cy="73532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5"/>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 name="Google Shape;137;p5"/>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chemeClr val="dk1"/>
                </a:solidFill>
                <a:latin typeface="Calibri"/>
                <a:ea typeface="Calibri"/>
                <a:cs typeface="Calibri"/>
                <a:sym typeface="Calibri"/>
              </a:rPr>
              <a:t>ZANARDELLI ALESSIO</a:t>
            </a:r>
            <a:endParaRPr/>
          </a:p>
        </p:txBody>
      </p:sp>
      <p:sp>
        <p:nvSpPr>
          <p:cNvPr id="138" name="Google Shape;138;p5"/>
          <p:cNvSpPr txBox="1"/>
          <p:nvPr/>
        </p:nvSpPr>
        <p:spPr>
          <a:xfrm>
            <a:off x="95250" y="69097"/>
            <a:ext cx="9934575"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GB" sz="4000" cap="none">
                <a:solidFill>
                  <a:srgbClr val="FF0000"/>
                </a:solidFill>
                <a:latin typeface="Calibri"/>
                <a:ea typeface="Calibri"/>
                <a:cs typeface="Calibri"/>
                <a:sym typeface="Calibri"/>
              </a:rPr>
              <a:t>METODO KASISKI</a:t>
            </a:r>
            <a:endParaRPr sz="4000" cap="none">
              <a:solidFill>
                <a:srgbClr val="FF0000"/>
              </a:solidFill>
              <a:latin typeface="Calibri"/>
              <a:ea typeface="Calibri"/>
              <a:cs typeface="Calibri"/>
              <a:sym typeface="Calibri"/>
            </a:endParaRPr>
          </a:p>
        </p:txBody>
      </p:sp>
      <p:sp>
        <p:nvSpPr>
          <p:cNvPr id="139" name="Google Shape;139;p5"/>
          <p:cNvSpPr txBox="1"/>
          <p:nvPr/>
        </p:nvSpPr>
        <p:spPr>
          <a:xfrm>
            <a:off x="2884" y="909204"/>
            <a:ext cx="12189116" cy="48936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Un metodo per la decifratura del cifrario di Vigenère.</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Friedrich Kasiski si accorse che nei crittogrammi ci sono sequenze di caratteri uguali poste ad una distanza precisa. Con una certa probabilità, la distanza coincide con la lunghezza della chiave oppure ad un suo multiplo.</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Conoscendo la lunghezza della chiave è possibile ricondurre il messaggio ad n messaggi cifrati con il cifrario di Giulio Cesare, un cifrario semplice da rompere.</a:t>
            </a:r>
            <a:endParaRPr/>
          </a:p>
        </p:txBody>
      </p:sp>
      <p:pic>
        <p:nvPicPr>
          <p:cNvPr descr="Immagine che contiene Elementi grafici, cerchio, Policromia&#10;&#10;Il contenuto generato dall&amp;#39;IA potrebbe non essere corretto." id="140" name="Google Shape;140;p5"/>
          <p:cNvPicPr preferRelativeResize="0"/>
          <p:nvPr/>
        </p:nvPicPr>
        <p:blipFill rotWithShape="1">
          <a:blip r:embed="rId3">
            <a:alphaModFix/>
          </a:blip>
          <a:srcRect b="0" l="0" r="0" t="0"/>
          <a:stretch/>
        </p:blipFill>
        <p:spPr>
          <a:xfrm>
            <a:off x="11312237" y="58367"/>
            <a:ext cx="741219" cy="73532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6"/>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6"/>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chemeClr val="dk1"/>
                </a:solidFill>
                <a:latin typeface="Calibri"/>
                <a:ea typeface="Calibri"/>
                <a:cs typeface="Calibri"/>
                <a:sym typeface="Calibri"/>
              </a:rPr>
              <a:t>ZANARDELLI ALESSIO</a:t>
            </a:r>
            <a:endParaRPr/>
          </a:p>
        </p:txBody>
      </p:sp>
      <p:sp>
        <p:nvSpPr>
          <p:cNvPr id="148" name="Google Shape;148;p6"/>
          <p:cNvSpPr txBox="1"/>
          <p:nvPr/>
        </p:nvSpPr>
        <p:spPr>
          <a:xfrm>
            <a:off x="95250" y="69097"/>
            <a:ext cx="9934575"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GB" sz="4000">
                <a:solidFill>
                  <a:srgbClr val="FF0000"/>
                </a:solidFill>
                <a:latin typeface="Calibri"/>
                <a:ea typeface="Calibri"/>
                <a:cs typeface="Calibri"/>
                <a:sym typeface="Calibri"/>
              </a:rPr>
              <a:t>CIFRARIO DI VERNHAM</a:t>
            </a:r>
            <a:endParaRPr/>
          </a:p>
        </p:txBody>
      </p:sp>
      <p:sp>
        <p:nvSpPr>
          <p:cNvPr id="149" name="Google Shape;149;p6"/>
          <p:cNvSpPr txBox="1"/>
          <p:nvPr/>
        </p:nvSpPr>
        <p:spPr>
          <a:xfrm>
            <a:off x="2884" y="909204"/>
            <a:ext cx="12189000" cy="526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Evoluzione del cifrario di Vigenère.</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È un cifrario OTP (One-Time-Pad), ovvero, la chiave verrà </a:t>
            </a:r>
            <a:r>
              <a:rPr lang="en-GB" sz="2400" u="sng">
                <a:solidFill>
                  <a:schemeClr val="dk1"/>
                </a:solidFill>
                <a:latin typeface="Calibri"/>
                <a:ea typeface="Calibri"/>
                <a:cs typeface="Calibri"/>
                <a:sym typeface="Calibri"/>
              </a:rPr>
              <a:t>utilizzata una sola volta</a:t>
            </a:r>
            <a:r>
              <a:rPr lang="en-GB" sz="2400">
                <a:solidFill>
                  <a:schemeClr val="dk1"/>
                </a:solidFill>
                <a:latin typeface="Calibri"/>
                <a:ea typeface="Calibri"/>
                <a:cs typeface="Calibri"/>
                <a:sym typeface="Calibri"/>
              </a:rPr>
              <a:t>.</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La chiave avrà lunghezza pari (o più) alla lunghezza del messaggio da trasmettere.</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Si può dimostrare matematicamente che OTP è l’unico algoritmo che garantisce sicurezza assoluta a patto di generare chiavi diverse e casuali. </a:t>
            </a:r>
            <a:r>
              <a:rPr lang="en-GB" sz="1800">
                <a:solidFill>
                  <a:schemeClr val="dk1"/>
                </a:solidFill>
                <a:latin typeface="Calibri"/>
                <a:ea typeface="Calibri"/>
                <a:cs typeface="Calibri"/>
                <a:sym typeface="Calibri"/>
              </a:rPr>
              <a:t>(</a:t>
            </a:r>
            <a:r>
              <a:rPr b="0" i="1" lang="en-GB" sz="1600" u="sng" strike="noStrike">
                <a:solidFill>
                  <a:srgbClr val="0645AD"/>
                </a:solidFill>
                <a:latin typeface="Arial"/>
                <a:ea typeface="Arial"/>
                <a:cs typeface="Arial"/>
                <a:sym typeface="Arial"/>
                <a:hlinkClick r:id="rId3">
                  <a:extLst>
                    <a:ext uri="{A12FA001-AC4F-418D-AE19-62706E023703}">
                      <ahyp:hlinkClr val="tx"/>
                    </a:ext>
                  </a:extLst>
                </a:hlinkClick>
              </a:rPr>
              <a:t>La teoria della comunicazione nei sistemi crittografici</a:t>
            </a:r>
            <a:r>
              <a:rPr b="0" i="1" lang="en-GB" sz="1600" u="none" strike="noStrike">
                <a:solidFill>
                  <a:srgbClr val="0645AD"/>
                </a:solidFill>
                <a:latin typeface="Arial"/>
                <a:ea typeface="Arial"/>
                <a:cs typeface="Arial"/>
                <a:sym typeface="Arial"/>
              </a:rPr>
              <a:t>)</a:t>
            </a:r>
            <a:r>
              <a:rPr lang="en-GB" sz="2400">
                <a:solidFill>
                  <a:schemeClr val="dk1"/>
                </a:solidFill>
                <a:latin typeface="Calibri"/>
                <a:ea typeface="Calibri"/>
                <a:cs typeface="Calibri"/>
                <a:sym typeface="Calibri"/>
              </a:rPr>
              <a:t>. </a:t>
            </a:r>
            <a:endParaRPr/>
          </a:p>
        </p:txBody>
      </p:sp>
      <p:graphicFrame>
        <p:nvGraphicFramePr>
          <p:cNvPr id="150" name="Google Shape;150;p6"/>
          <p:cNvGraphicFramePr/>
          <p:nvPr/>
        </p:nvGraphicFramePr>
        <p:xfrm>
          <a:off x="322730" y="3424322"/>
          <a:ext cx="3000000" cy="3000000"/>
        </p:xfrm>
        <a:graphic>
          <a:graphicData uri="http://schemas.openxmlformats.org/drawingml/2006/table">
            <a:tbl>
              <a:tblPr bandRow="1" firstRow="1">
                <a:noFill/>
                <a:tableStyleId>{3391ECB9-A993-4AB1-933C-A51E340D023B}</a:tableStyleId>
              </a:tblPr>
              <a:tblGrid>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gridCol w="453225"/>
              </a:tblGrid>
              <a:tr h="320750">
                <a:tc>
                  <a:txBody>
                    <a:bodyPr/>
                    <a:lstStyle/>
                    <a:p>
                      <a:pPr indent="0" lvl="0" marL="0" marR="0" rtl="0" algn="l">
                        <a:spcBef>
                          <a:spcPts val="0"/>
                        </a:spcBef>
                        <a:spcAft>
                          <a:spcPts val="0"/>
                        </a:spcAft>
                        <a:buNone/>
                      </a:pPr>
                      <a:r>
                        <a:rPr lang="en-GB" sz="1800"/>
                        <a:t>A</a:t>
                      </a:r>
                      <a:endParaRPr/>
                    </a:p>
                  </a:txBody>
                  <a:tcPr marT="45725" marB="45725" marR="91450" marL="91450">
                    <a:noFill/>
                  </a:tcPr>
                </a:tc>
                <a:tc>
                  <a:txBody>
                    <a:bodyPr/>
                    <a:lstStyle/>
                    <a:p>
                      <a:pPr indent="0" lvl="0" marL="0" marR="0" rtl="0" algn="l">
                        <a:spcBef>
                          <a:spcPts val="0"/>
                        </a:spcBef>
                        <a:spcAft>
                          <a:spcPts val="0"/>
                        </a:spcAft>
                        <a:buNone/>
                      </a:pPr>
                      <a:r>
                        <a:rPr lang="en-GB" sz="1800"/>
                        <a:t>B</a:t>
                      </a:r>
                      <a:endParaRPr/>
                    </a:p>
                  </a:txBody>
                  <a:tcPr marT="45725" marB="45725" marR="91450" marL="91450">
                    <a:noFill/>
                  </a:tcPr>
                </a:tc>
                <a:tc>
                  <a:txBody>
                    <a:bodyPr/>
                    <a:lstStyle/>
                    <a:p>
                      <a:pPr indent="0" lvl="0" marL="0" marR="0" rtl="0" algn="l">
                        <a:spcBef>
                          <a:spcPts val="0"/>
                        </a:spcBef>
                        <a:spcAft>
                          <a:spcPts val="0"/>
                        </a:spcAft>
                        <a:buNone/>
                      </a:pPr>
                      <a:r>
                        <a:rPr lang="en-GB" sz="1800"/>
                        <a:t>C</a:t>
                      </a:r>
                      <a:endParaRPr/>
                    </a:p>
                  </a:txBody>
                  <a:tcPr marT="45725" marB="45725" marR="91450" marL="91450">
                    <a:noFill/>
                  </a:tcPr>
                </a:tc>
                <a:tc>
                  <a:txBody>
                    <a:bodyPr/>
                    <a:lstStyle/>
                    <a:p>
                      <a:pPr indent="0" lvl="0" marL="0" marR="0" rtl="0" algn="l">
                        <a:spcBef>
                          <a:spcPts val="0"/>
                        </a:spcBef>
                        <a:spcAft>
                          <a:spcPts val="0"/>
                        </a:spcAft>
                        <a:buNone/>
                      </a:pPr>
                      <a:r>
                        <a:rPr lang="en-GB" sz="1800"/>
                        <a:t>D</a:t>
                      </a:r>
                      <a:endParaRPr/>
                    </a:p>
                  </a:txBody>
                  <a:tcPr marT="45725" marB="45725" marR="91450" marL="91450">
                    <a:noFill/>
                  </a:tcPr>
                </a:tc>
                <a:tc>
                  <a:txBody>
                    <a:bodyPr/>
                    <a:lstStyle/>
                    <a:p>
                      <a:pPr indent="0" lvl="0" marL="0" marR="0" rtl="0" algn="l">
                        <a:spcBef>
                          <a:spcPts val="0"/>
                        </a:spcBef>
                        <a:spcAft>
                          <a:spcPts val="0"/>
                        </a:spcAft>
                        <a:buNone/>
                      </a:pPr>
                      <a:r>
                        <a:rPr lang="en-GB" sz="1800"/>
                        <a:t>E</a:t>
                      </a:r>
                      <a:endParaRPr/>
                    </a:p>
                  </a:txBody>
                  <a:tcPr marT="45725" marB="45725" marR="91450" marL="91450">
                    <a:noFill/>
                  </a:tcPr>
                </a:tc>
                <a:tc>
                  <a:txBody>
                    <a:bodyPr/>
                    <a:lstStyle/>
                    <a:p>
                      <a:pPr indent="0" lvl="0" marL="0" marR="0" rtl="0" algn="l">
                        <a:spcBef>
                          <a:spcPts val="0"/>
                        </a:spcBef>
                        <a:spcAft>
                          <a:spcPts val="0"/>
                        </a:spcAft>
                        <a:buNone/>
                      </a:pPr>
                      <a:r>
                        <a:rPr lang="en-GB" sz="1800"/>
                        <a:t>F</a:t>
                      </a:r>
                      <a:endParaRPr/>
                    </a:p>
                  </a:txBody>
                  <a:tcPr marT="45725" marB="45725" marR="91450" marL="91450">
                    <a:noFill/>
                  </a:tcPr>
                </a:tc>
                <a:tc>
                  <a:txBody>
                    <a:bodyPr/>
                    <a:lstStyle/>
                    <a:p>
                      <a:pPr indent="0" lvl="0" marL="0" marR="0" rtl="0" algn="l">
                        <a:spcBef>
                          <a:spcPts val="0"/>
                        </a:spcBef>
                        <a:spcAft>
                          <a:spcPts val="0"/>
                        </a:spcAft>
                        <a:buNone/>
                      </a:pPr>
                      <a:r>
                        <a:rPr lang="en-GB" sz="1800"/>
                        <a:t>G</a:t>
                      </a:r>
                      <a:endParaRPr/>
                    </a:p>
                  </a:txBody>
                  <a:tcPr marT="45725" marB="45725" marR="91450" marL="91450">
                    <a:noFill/>
                  </a:tcPr>
                </a:tc>
                <a:tc>
                  <a:txBody>
                    <a:bodyPr/>
                    <a:lstStyle/>
                    <a:p>
                      <a:pPr indent="0" lvl="0" marL="0" marR="0" rtl="0" algn="l">
                        <a:spcBef>
                          <a:spcPts val="0"/>
                        </a:spcBef>
                        <a:spcAft>
                          <a:spcPts val="0"/>
                        </a:spcAft>
                        <a:buNone/>
                      </a:pPr>
                      <a:r>
                        <a:rPr lang="en-GB" sz="1800"/>
                        <a:t>H</a:t>
                      </a:r>
                      <a:endParaRPr/>
                    </a:p>
                  </a:txBody>
                  <a:tcPr marT="45725" marB="45725" marR="91450" marL="91450">
                    <a:noFill/>
                  </a:tcPr>
                </a:tc>
                <a:tc>
                  <a:txBody>
                    <a:bodyPr/>
                    <a:lstStyle/>
                    <a:p>
                      <a:pPr indent="0" lvl="0" marL="0" marR="0" rtl="0" algn="l">
                        <a:spcBef>
                          <a:spcPts val="0"/>
                        </a:spcBef>
                        <a:spcAft>
                          <a:spcPts val="0"/>
                        </a:spcAft>
                        <a:buNone/>
                      </a:pPr>
                      <a:r>
                        <a:rPr lang="en-GB" sz="1800"/>
                        <a:t>I</a:t>
                      </a:r>
                      <a:endParaRPr/>
                    </a:p>
                  </a:txBody>
                  <a:tcPr marT="45725" marB="45725" marR="91450" marL="91450">
                    <a:noFill/>
                  </a:tcPr>
                </a:tc>
                <a:tc>
                  <a:txBody>
                    <a:bodyPr/>
                    <a:lstStyle/>
                    <a:p>
                      <a:pPr indent="0" lvl="0" marL="0" marR="0" rtl="0" algn="l">
                        <a:spcBef>
                          <a:spcPts val="0"/>
                        </a:spcBef>
                        <a:spcAft>
                          <a:spcPts val="0"/>
                        </a:spcAft>
                        <a:buNone/>
                      </a:pPr>
                      <a:r>
                        <a:rPr lang="en-GB" sz="1800"/>
                        <a:t>J</a:t>
                      </a:r>
                      <a:endParaRPr/>
                    </a:p>
                  </a:txBody>
                  <a:tcPr marT="45725" marB="45725" marR="91450" marL="91450">
                    <a:noFill/>
                  </a:tcPr>
                </a:tc>
                <a:tc>
                  <a:txBody>
                    <a:bodyPr/>
                    <a:lstStyle/>
                    <a:p>
                      <a:pPr indent="0" lvl="0" marL="0" marR="0" rtl="0" algn="l">
                        <a:spcBef>
                          <a:spcPts val="0"/>
                        </a:spcBef>
                        <a:spcAft>
                          <a:spcPts val="0"/>
                        </a:spcAft>
                        <a:buNone/>
                      </a:pPr>
                      <a:r>
                        <a:rPr lang="en-GB" sz="1800"/>
                        <a:t>K</a:t>
                      </a:r>
                      <a:endParaRPr/>
                    </a:p>
                  </a:txBody>
                  <a:tcPr marT="45725" marB="45725" marR="91450" marL="91450">
                    <a:noFill/>
                  </a:tcPr>
                </a:tc>
                <a:tc>
                  <a:txBody>
                    <a:bodyPr/>
                    <a:lstStyle/>
                    <a:p>
                      <a:pPr indent="0" lvl="0" marL="0" marR="0" rtl="0" algn="l">
                        <a:spcBef>
                          <a:spcPts val="0"/>
                        </a:spcBef>
                        <a:spcAft>
                          <a:spcPts val="0"/>
                        </a:spcAft>
                        <a:buNone/>
                      </a:pPr>
                      <a:r>
                        <a:rPr lang="en-GB" sz="1800"/>
                        <a:t>L</a:t>
                      </a:r>
                      <a:endParaRPr/>
                    </a:p>
                  </a:txBody>
                  <a:tcPr marT="45725" marB="45725" marR="91450" marL="91450">
                    <a:noFill/>
                  </a:tcPr>
                </a:tc>
                <a:tc>
                  <a:txBody>
                    <a:bodyPr/>
                    <a:lstStyle/>
                    <a:p>
                      <a:pPr indent="0" lvl="0" marL="0" marR="0" rtl="0" algn="l">
                        <a:spcBef>
                          <a:spcPts val="0"/>
                        </a:spcBef>
                        <a:spcAft>
                          <a:spcPts val="0"/>
                        </a:spcAft>
                        <a:buNone/>
                      </a:pPr>
                      <a:r>
                        <a:rPr lang="en-GB" sz="1800"/>
                        <a:t>M</a:t>
                      </a:r>
                      <a:endParaRPr/>
                    </a:p>
                  </a:txBody>
                  <a:tcPr marT="45725" marB="45725" marR="91450" marL="91450">
                    <a:noFill/>
                  </a:tcPr>
                </a:tc>
                <a:tc>
                  <a:txBody>
                    <a:bodyPr/>
                    <a:lstStyle/>
                    <a:p>
                      <a:pPr indent="0" lvl="0" marL="0" marR="0" rtl="0" algn="l">
                        <a:spcBef>
                          <a:spcPts val="0"/>
                        </a:spcBef>
                        <a:spcAft>
                          <a:spcPts val="0"/>
                        </a:spcAft>
                        <a:buNone/>
                      </a:pPr>
                      <a:r>
                        <a:rPr lang="en-GB" sz="1800"/>
                        <a:t>N</a:t>
                      </a:r>
                      <a:endParaRPr/>
                    </a:p>
                  </a:txBody>
                  <a:tcPr marT="45725" marB="45725" marR="91450" marL="91450">
                    <a:noFill/>
                  </a:tcPr>
                </a:tc>
                <a:tc>
                  <a:txBody>
                    <a:bodyPr/>
                    <a:lstStyle/>
                    <a:p>
                      <a:pPr indent="0" lvl="0" marL="0" marR="0" rtl="0" algn="l">
                        <a:spcBef>
                          <a:spcPts val="0"/>
                        </a:spcBef>
                        <a:spcAft>
                          <a:spcPts val="0"/>
                        </a:spcAft>
                        <a:buNone/>
                      </a:pPr>
                      <a:r>
                        <a:rPr lang="en-GB" sz="1800"/>
                        <a:t>O</a:t>
                      </a:r>
                      <a:endParaRPr/>
                    </a:p>
                  </a:txBody>
                  <a:tcPr marT="45725" marB="45725" marR="91450" marL="91450">
                    <a:noFill/>
                  </a:tcPr>
                </a:tc>
                <a:tc>
                  <a:txBody>
                    <a:bodyPr/>
                    <a:lstStyle/>
                    <a:p>
                      <a:pPr indent="0" lvl="0" marL="0" marR="0" rtl="0" algn="l">
                        <a:spcBef>
                          <a:spcPts val="0"/>
                        </a:spcBef>
                        <a:spcAft>
                          <a:spcPts val="0"/>
                        </a:spcAft>
                        <a:buNone/>
                      </a:pPr>
                      <a:r>
                        <a:rPr lang="en-GB" sz="1800"/>
                        <a:t>P</a:t>
                      </a:r>
                      <a:endParaRPr/>
                    </a:p>
                  </a:txBody>
                  <a:tcPr marT="45725" marB="45725" marR="91450" marL="91450">
                    <a:noFill/>
                  </a:tcPr>
                </a:tc>
                <a:tc>
                  <a:txBody>
                    <a:bodyPr/>
                    <a:lstStyle/>
                    <a:p>
                      <a:pPr indent="0" lvl="0" marL="0" marR="0" rtl="0" algn="l">
                        <a:spcBef>
                          <a:spcPts val="0"/>
                        </a:spcBef>
                        <a:spcAft>
                          <a:spcPts val="0"/>
                        </a:spcAft>
                        <a:buNone/>
                      </a:pPr>
                      <a:r>
                        <a:rPr lang="en-GB" sz="1800"/>
                        <a:t>Q</a:t>
                      </a:r>
                      <a:endParaRPr/>
                    </a:p>
                  </a:txBody>
                  <a:tcPr marT="45725" marB="45725" marR="91450" marL="91450">
                    <a:noFill/>
                  </a:tcPr>
                </a:tc>
                <a:tc>
                  <a:txBody>
                    <a:bodyPr/>
                    <a:lstStyle/>
                    <a:p>
                      <a:pPr indent="0" lvl="0" marL="0" marR="0" rtl="0" algn="l">
                        <a:spcBef>
                          <a:spcPts val="0"/>
                        </a:spcBef>
                        <a:spcAft>
                          <a:spcPts val="0"/>
                        </a:spcAft>
                        <a:buNone/>
                      </a:pPr>
                      <a:r>
                        <a:rPr lang="en-GB" sz="1800"/>
                        <a:t>R</a:t>
                      </a:r>
                      <a:endParaRPr/>
                    </a:p>
                  </a:txBody>
                  <a:tcPr marT="45725" marB="45725" marR="91450" marL="91450">
                    <a:noFill/>
                  </a:tcPr>
                </a:tc>
                <a:tc>
                  <a:txBody>
                    <a:bodyPr/>
                    <a:lstStyle/>
                    <a:p>
                      <a:pPr indent="0" lvl="0" marL="0" marR="0" rtl="0" algn="l">
                        <a:spcBef>
                          <a:spcPts val="0"/>
                        </a:spcBef>
                        <a:spcAft>
                          <a:spcPts val="0"/>
                        </a:spcAft>
                        <a:buNone/>
                      </a:pPr>
                      <a:r>
                        <a:rPr lang="en-GB" sz="1800"/>
                        <a:t>S</a:t>
                      </a:r>
                      <a:endParaRPr/>
                    </a:p>
                  </a:txBody>
                  <a:tcPr marT="45725" marB="45725" marR="91450" marL="91450">
                    <a:noFill/>
                  </a:tcPr>
                </a:tc>
                <a:tc>
                  <a:txBody>
                    <a:bodyPr/>
                    <a:lstStyle/>
                    <a:p>
                      <a:pPr indent="0" lvl="0" marL="0" marR="0" rtl="0" algn="l">
                        <a:spcBef>
                          <a:spcPts val="0"/>
                        </a:spcBef>
                        <a:spcAft>
                          <a:spcPts val="0"/>
                        </a:spcAft>
                        <a:buNone/>
                      </a:pPr>
                      <a:r>
                        <a:rPr lang="en-GB" sz="1800"/>
                        <a:t>T</a:t>
                      </a:r>
                      <a:endParaRPr/>
                    </a:p>
                  </a:txBody>
                  <a:tcPr marT="45725" marB="45725" marR="91450" marL="91450">
                    <a:noFill/>
                  </a:tcPr>
                </a:tc>
                <a:tc>
                  <a:txBody>
                    <a:bodyPr/>
                    <a:lstStyle/>
                    <a:p>
                      <a:pPr indent="0" lvl="0" marL="0" marR="0" rtl="0" algn="l">
                        <a:spcBef>
                          <a:spcPts val="0"/>
                        </a:spcBef>
                        <a:spcAft>
                          <a:spcPts val="0"/>
                        </a:spcAft>
                        <a:buNone/>
                      </a:pPr>
                      <a:r>
                        <a:rPr lang="en-GB" sz="1800"/>
                        <a:t>U</a:t>
                      </a:r>
                      <a:endParaRPr/>
                    </a:p>
                  </a:txBody>
                  <a:tcPr marT="45725" marB="45725" marR="91450" marL="91450">
                    <a:noFill/>
                  </a:tcPr>
                </a:tc>
                <a:tc>
                  <a:txBody>
                    <a:bodyPr/>
                    <a:lstStyle/>
                    <a:p>
                      <a:pPr indent="0" lvl="0" marL="0" marR="0" rtl="0" algn="l">
                        <a:spcBef>
                          <a:spcPts val="0"/>
                        </a:spcBef>
                        <a:spcAft>
                          <a:spcPts val="0"/>
                        </a:spcAft>
                        <a:buNone/>
                      </a:pPr>
                      <a:r>
                        <a:rPr lang="en-GB" sz="1800"/>
                        <a:t>V</a:t>
                      </a:r>
                      <a:endParaRPr/>
                    </a:p>
                  </a:txBody>
                  <a:tcPr marT="45725" marB="45725" marR="91450" marL="91450">
                    <a:noFill/>
                  </a:tcPr>
                </a:tc>
                <a:tc>
                  <a:txBody>
                    <a:bodyPr/>
                    <a:lstStyle/>
                    <a:p>
                      <a:pPr indent="0" lvl="0" marL="0" marR="0" rtl="0" algn="l">
                        <a:spcBef>
                          <a:spcPts val="0"/>
                        </a:spcBef>
                        <a:spcAft>
                          <a:spcPts val="0"/>
                        </a:spcAft>
                        <a:buNone/>
                      </a:pPr>
                      <a:r>
                        <a:rPr lang="en-GB" sz="1800"/>
                        <a:t>W</a:t>
                      </a:r>
                      <a:endParaRPr/>
                    </a:p>
                  </a:txBody>
                  <a:tcPr marT="45725" marB="45725" marR="91450" marL="91450">
                    <a:noFill/>
                  </a:tcPr>
                </a:tc>
                <a:tc>
                  <a:txBody>
                    <a:bodyPr/>
                    <a:lstStyle/>
                    <a:p>
                      <a:pPr indent="0" lvl="0" marL="0" marR="0" rtl="0" algn="l">
                        <a:spcBef>
                          <a:spcPts val="0"/>
                        </a:spcBef>
                        <a:spcAft>
                          <a:spcPts val="0"/>
                        </a:spcAft>
                        <a:buNone/>
                      </a:pPr>
                      <a:r>
                        <a:rPr lang="en-GB" sz="1800"/>
                        <a:t>X</a:t>
                      </a:r>
                      <a:endParaRPr/>
                    </a:p>
                  </a:txBody>
                  <a:tcPr marT="45725" marB="45725" marR="91450" marL="91450">
                    <a:noFill/>
                  </a:tcPr>
                </a:tc>
                <a:tc>
                  <a:txBody>
                    <a:bodyPr/>
                    <a:lstStyle/>
                    <a:p>
                      <a:pPr indent="0" lvl="0" marL="0" marR="0" rtl="0" algn="l">
                        <a:spcBef>
                          <a:spcPts val="0"/>
                        </a:spcBef>
                        <a:spcAft>
                          <a:spcPts val="0"/>
                        </a:spcAft>
                        <a:buNone/>
                      </a:pPr>
                      <a:r>
                        <a:rPr lang="en-GB" sz="1800"/>
                        <a:t>Y</a:t>
                      </a:r>
                      <a:endParaRPr/>
                    </a:p>
                  </a:txBody>
                  <a:tcPr marT="45725" marB="45725" marR="91450" marL="91450">
                    <a:noFill/>
                  </a:tcPr>
                </a:tc>
                <a:tc>
                  <a:txBody>
                    <a:bodyPr/>
                    <a:lstStyle/>
                    <a:p>
                      <a:pPr indent="0" lvl="0" marL="0" marR="0" rtl="0" algn="l">
                        <a:spcBef>
                          <a:spcPts val="0"/>
                        </a:spcBef>
                        <a:spcAft>
                          <a:spcPts val="0"/>
                        </a:spcAft>
                        <a:buNone/>
                      </a:pPr>
                      <a:r>
                        <a:rPr lang="en-GB" sz="1800"/>
                        <a:t>Z</a:t>
                      </a:r>
                      <a:endParaRPr/>
                    </a:p>
                  </a:txBody>
                  <a:tcPr marT="45725" marB="45725" marR="91450" marL="91450">
                    <a:noFill/>
                  </a:tcPr>
                </a:tc>
              </a:tr>
            </a:tbl>
          </a:graphicData>
        </a:graphic>
      </p:graphicFrame>
      <p:graphicFrame>
        <p:nvGraphicFramePr>
          <p:cNvPr id="151" name="Google Shape;151;p6"/>
          <p:cNvGraphicFramePr/>
          <p:nvPr/>
        </p:nvGraphicFramePr>
        <p:xfrm>
          <a:off x="2869000" y="3931676"/>
          <a:ext cx="3000000" cy="3000000"/>
        </p:xfrm>
        <a:graphic>
          <a:graphicData uri="http://schemas.openxmlformats.org/drawingml/2006/table">
            <a:tbl>
              <a:tblPr bandRow="1" firstRow="1">
                <a:noFill/>
                <a:tableStyleId>{3391ECB9-A993-4AB1-933C-A51E340D023B}</a:tableStyleId>
              </a:tblPr>
              <a:tblGrid>
                <a:gridCol w="453225"/>
                <a:gridCol w="453225"/>
                <a:gridCol w="453225"/>
                <a:gridCol w="453225"/>
                <a:gridCol w="453225"/>
                <a:gridCol w="453225"/>
                <a:gridCol w="453225"/>
                <a:gridCol w="453225"/>
                <a:gridCol w="453225"/>
              </a:tblGrid>
              <a:tr h="320750">
                <a:tc>
                  <a:txBody>
                    <a:bodyPr/>
                    <a:lstStyle/>
                    <a:p>
                      <a:pPr indent="0" lvl="0" marL="0" marR="0" rtl="0" algn="l">
                        <a:spcBef>
                          <a:spcPts val="0"/>
                        </a:spcBef>
                        <a:spcAft>
                          <a:spcPts val="0"/>
                        </a:spcAft>
                        <a:buNone/>
                      </a:pPr>
                      <a:r>
                        <a:rPr lang="en-GB" sz="1800"/>
                        <a:t>Q</a:t>
                      </a:r>
                      <a:endParaRPr/>
                    </a:p>
                  </a:txBody>
                  <a:tcPr marT="45725" marB="45725" marR="91450" marL="91450">
                    <a:noFill/>
                  </a:tcPr>
                </a:tc>
                <a:tc>
                  <a:txBody>
                    <a:bodyPr/>
                    <a:lstStyle/>
                    <a:p>
                      <a:pPr indent="0" lvl="0" marL="0" marR="0" rtl="0" algn="l">
                        <a:spcBef>
                          <a:spcPts val="0"/>
                        </a:spcBef>
                        <a:spcAft>
                          <a:spcPts val="0"/>
                        </a:spcAft>
                        <a:buNone/>
                      </a:pPr>
                      <a:r>
                        <a:rPr lang="en-GB" sz="1800"/>
                        <a:t>U</a:t>
                      </a:r>
                      <a:endParaRPr/>
                    </a:p>
                  </a:txBody>
                  <a:tcPr marT="45725" marB="45725" marR="91450" marL="91450">
                    <a:noFill/>
                  </a:tcPr>
                </a:tc>
                <a:tc>
                  <a:txBody>
                    <a:bodyPr/>
                    <a:lstStyle/>
                    <a:p>
                      <a:pPr indent="0" lvl="0" marL="0" marR="0" rtl="0" algn="l">
                        <a:spcBef>
                          <a:spcPts val="0"/>
                        </a:spcBef>
                        <a:spcAft>
                          <a:spcPts val="0"/>
                        </a:spcAft>
                        <a:buNone/>
                      </a:pPr>
                      <a:r>
                        <a:rPr lang="en-GB" sz="1800"/>
                        <a:t>I</a:t>
                      </a:r>
                      <a:endParaRPr/>
                    </a:p>
                  </a:txBody>
                  <a:tcPr marT="45725" marB="45725" marR="91450" marL="91450">
                    <a:noFill/>
                  </a:tcPr>
                </a:tc>
                <a:tc>
                  <a:txBody>
                    <a:bodyPr/>
                    <a:lstStyle/>
                    <a:p>
                      <a:pPr indent="0" lvl="0" marL="0" marR="0" rtl="0" algn="l">
                        <a:spcBef>
                          <a:spcPts val="0"/>
                        </a:spcBef>
                        <a:spcAft>
                          <a:spcPts val="0"/>
                        </a:spcAft>
                        <a:buNone/>
                      </a:pPr>
                      <a:r>
                        <a:rPr lang="en-GB" sz="1800"/>
                        <a:t>N</a:t>
                      </a:r>
                      <a:endParaRPr/>
                    </a:p>
                  </a:txBody>
                  <a:tcPr marT="45725" marB="45725" marR="91450" marL="91450">
                    <a:noFill/>
                  </a:tcPr>
                </a:tc>
                <a:tc>
                  <a:txBody>
                    <a:bodyPr/>
                    <a:lstStyle/>
                    <a:p>
                      <a:pPr indent="0" lvl="0" marL="0" marR="0" rtl="0" algn="l">
                        <a:spcBef>
                          <a:spcPts val="0"/>
                        </a:spcBef>
                        <a:spcAft>
                          <a:spcPts val="0"/>
                        </a:spcAft>
                        <a:buNone/>
                      </a:pPr>
                      <a:r>
                        <a:rPr lang="en-GB" sz="1800"/>
                        <a:t>T</a:t>
                      </a:r>
                      <a:endParaRPr/>
                    </a:p>
                  </a:txBody>
                  <a:tcPr marT="45725" marB="45725" marR="91450" marL="91450">
                    <a:noFill/>
                  </a:tcPr>
                </a:tc>
                <a:tc>
                  <a:txBody>
                    <a:bodyPr/>
                    <a:lstStyle/>
                    <a:p>
                      <a:pPr indent="0" lvl="0" marL="0" marR="0" rtl="0" algn="l">
                        <a:spcBef>
                          <a:spcPts val="0"/>
                        </a:spcBef>
                        <a:spcAft>
                          <a:spcPts val="0"/>
                        </a:spcAft>
                        <a:buNone/>
                      </a:pPr>
                      <a:r>
                        <a:rPr lang="en-GB" sz="1800"/>
                        <a:t>A</a:t>
                      </a:r>
                      <a:endParaRPr/>
                    </a:p>
                  </a:txBody>
                  <a:tcPr marT="45725" marB="45725" marR="91450" marL="91450">
                    <a:noFill/>
                  </a:tcPr>
                </a:tc>
                <a:tc>
                  <a:txBody>
                    <a:bodyPr/>
                    <a:lstStyle/>
                    <a:p>
                      <a:pPr indent="0" lvl="0" marL="0" marR="0" rtl="0" algn="l">
                        <a:spcBef>
                          <a:spcPts val="0"/>
                        </a:spcBef>
                        <a:spcAft>
                          <a:spcPts val="0"/>
                        </a:spcAft>
                        <a:buNone/>
                      </a:pPr>
                      <a:r>
                        <a:rPr lang="en-GB" sz="1800"/>
                        <a:t> I</a:t>
                      </a:r>
                      <a:endParaRPr/>
                    </a:p>
                  </a:txBody>
                  <a:tcPr marT="45725" marB="45725" marR="91450" marL="91450">
                    <a:noFill/>
                  </a:tcPr>
                </a:tc>
                <a:tc>
                  <a:txBody>
                    <a:bodyPr/>
                    <a:lstStyle/>
                    <a:p>
                      <a:pPr indent="0" lvl="0" marL="0" marR="0" rtl="0" algn="l">
                        <a:spcBef>
                          <a:spcPts val="0"/>
                        </a:spcBef>
                        <a:spcAft>
                          <a:spcPts val="0"/>
                        </a:spcAft>
                        <a:buNone/>
                      </a:pPr>
                      <a:r>
                        <a:rPr lang="en-GB" sz="1800"/>
                        <a:t>N</a:t>
                      </a:r>
                      <a:endParaRPr/>
                    </a:p>
                  </a:txBody>
                  <a:tcPr marT="45725" marB="45725" marR="91450" marL="91450">
                    <a:noFill/>
                  </a:tcPr>
                </a:tc>
                <a:tc>
                  <a:txBody>
                    <a:bodyPr/>
                    <a:lstStyle/>
                    <a:p>
                      <a:pPr indent="0" lvl="0" marL="0" marR="0" rtl="0" algn="l">
                        <a:spcBef>
                          <a:spcPts val="0"/>
                        </a:spcBef>
                        <a:spcAft>
                          <a:spcPts val="0"/>
                        </a:spcAft>
                        <a:buNone/>
                      </a:pPr>
                      <a:r>
                        <a:rPr lang="en-GB" sz="1800"/>
                        <a:t>F</a:t>
                      </a:r>
                      <a:endParaRPr/>
                    </a:p>
                  </a:txBody>
                  <a:tcPr marT="45725" marB="45725" marR="91450" marL="91450">
                    <a:noFill/>
                  </a:tcPr>
                </a:tc>
              </a:tr>
              <a:tr h="320750">
                <a:tc>
                  <a:txBody>
                    <a:bodyPr/>
                    <a:lstStyle/>
                    <a:p>
                      <a:pPr indent="0" lvl="0" marL="0" marR="0" rtl="0" algn="l">
                        <a:spcBef>
                          <a:spcPts val="0"/>
                        </a:spcBef>
                        <a:spcAft>
                          <a:spcPts val="0"/>
                        </a:spcAft>
                        <a:buNone/>
                      </a:pPr>
                      <a:r>
                        <a:rPr lang="en-GB" sz="1800"/>
                        <a:t>5</a:t>
                      </a:r>
                      <a:endParaRPr/>
                    </a:p>
                  </a:txBody>
                  <a:tcPr marT="45725" marB="45725" marR="91450" marL="91450">
                    <a:noFill/>
                  </a:tcPr>
                </a:tc>
                <a:tc>
                  <a:txBody>
                    <a:bodyPr/>
                    <a:lstStyle/>
                    <a:p>
                      <a:pPr indent="0" lvl="0" marL="0" marR="0" rtl="0" algn="l">
                        <a:spcBef>
                          <a:spcPts val="0"/>
                        </a:spcBef>
                        <a:spcAft>
                          <a:spcPts val="0"/>
                        </a:spcAft>
                        <a:buNone/>
                      </a:pPr>
                      <a:r>
                        <a:rPr lang="en-GB" sz="1800"/>
                        <a:t>4</a:t>
                      </a:r>
                      <a:endParaRPr/>
                    </a:p>
                  </a:txBody>
                  <a:tcPr marT="45725" marB="45725" marR="91450" marL="91450">
                    <a:noFill/>
                  </a:tcPr>
                </a:tc>
                <a:tc>
                  <a:txBody>
                    <a:bodyPr/>
                    <a:lstStyle/>
                    <a:p>
                      <a:pPr indent="0" lvl="0" marL="0" marR="0" rtl="0" algn="l">
                        <a:spcBef>
                          <a:spcPts val="0"/>
                        </a:spcBef>
                        <a:spcAft>
                          <a:spcPts val="0"/>
                        </a:spcAft>
                        <a:buNone/>
                      </a:pPr>
                      <a:r>
                        <a:rPr lang="en-GB" sz="1800"/>
                        <a:t>22</a:t>
                      </a:r>
                      <a:endParaRPr/>
                    </a:p>
                  </a:txBody>
                  <a:tcPr marT="45725" marB="45725" marR="91450" marL="91450">
                    <a:noFill/>
                  </a:tcPr>
                </a:tc>
                <a:tc>
                  <a:txBody>
                    <a:bodyPr/>
                    <a:lstStyle/>
                    <a:p>
                      <a:pPr indent="0" lvl="0" marL="0" marR="0" rtl="0" algn="l">
                        <a:spcBef>
                          <a:spcPts val="0"/>
                        </a:spcBef>
                        <a:spcAft>
                          <a:spcPts val="0"/>
                        </a:spcAft>
                        <a:buNone/>
                      </a:pPr>
                      <a:r>
                        <a:rPr lang="en-GB" sz="1800"/>
                        <a:t>2</a:t>
                      </a:r>
                      <a:endParaRPr/>
                    </a:p>
                  </a:txBody>
                  <a:tcPr marT="45725" marB="45725" marR="91450" marL="91450">
                    <a:noFill/>
                  </a:tcPr>
                </a:tc>
                <a:tc>
                  <a:txBody>
                    <a:bodyPr/>
                    <a:lstStyle/>
                    <a:p>
                      <a:pPr indent="0" lvl="0" marL="0" marR="0" rtl="0" algn="l">
                        <a:spcBef>
                          <a:spcPts val="0"/>
                        </a:spcBef>
                        <a:spcAft>
                          <a:spcPts val="0"/>
                        </a:spcAft>
                        <a:buNone/>
                      </a:pPr>
                      <a:r>
                        <a:rPr lang="en-GB" sz="1800"/>
                        <a:t>12</a:t>
                      </a:r>
                      <a:endParaRPr/>
                    </a:p>
                  </a:txBody>
                  <a:tcPr marT="45725" marB="45725" marR="91450" marL="91450">
                    <a:noFill/>
                  </a:tcPr>
                </a:tc>
                <a:tc>
                  <a:txBody>
                    <a:bodyPr/>
                    <a:lstStyle/>
                    <a:p>
                      <a:pPr indent="0" lvl="0" marL="0" marR="0" rtl="0" algn="l">
                        <a:spcBef>
                          <a:spcPts val="0"/>
                        </a:spcBef>
                        <a:spcAft>
                          <a:spcPts val="0"/>
                        </a:spcAft>
                        <a:buNone/>
                      </a:pPr>
                      <a:r>
                        <a:rPr lang="en-GB" sz="1800"/>
                        <a:t>0</a:t>
                      </a:r>
                      <a:endParaRPr/>
                    </a:p>
                  </a:txBody>
                  <a:tcPr marT="45725" marB="45725" marR="91450" marL="91450">
                    <a:noFill/>
                  </a:tcPr>
                </a:tc>
                <a:tc>
                  <a:txBody>
                    <a:bodyPr/>
                    <a:lstStyle/>
                    <a:p>
                      <a:pPr indent="0" lvl="0" marL="0" marR="0" rtl="0" algn="l">
                        <a:spcBef>
                          <a:spcPts val="0"/>
                        </a:spcBef>
                        <a:spcAft>
                          <a:spcPts val="0"/>
                        </a:spcAft>
                        <a:buNone/>
                      </a:pPr>
                      <a:r>
                        <a:rPr lang="en-GB" sz="1800"/>
                        <a:t>9</a:t>
                      </a:r>
                      <a:endParaRPr/>
                    </a:p>
                  </a:txBody>
                  <a:tcPr marT="45725" marB="45725" marR="91450" marL="91450">
                    <a:noFill/>
                  </a:tcPr>
                </a:tc>
                <a:tc>
                  <a:txBody>
                    <a:bodyPr/>
                    <a:lstStyle/>
                    <a:p>
                      <a:pPr indent="0" lvl="0" marL="0" marR="0" rtl="0" algn="l">
                        <a:spcBef>
                          <a:spcPts val="0"/>
                        </a:spcBef>
                        <a:spcAft>
                          <a:spcPts val="0"/>
                        </a:spcAft>
                        <a:buNone/>
                      </a:pPr>
                      <a:r>
                        <a:rPr lang="en-GB" sz="1800"/>
                        <a:t>2</a:t>
                      </a:r>
                      <a:endParaRPr/>
                    </a:p>
                  </a:txBody>
                  <a:tcPr marT="45725" marB="45725" marR="91450" marL="91450">
                    <a:noFill/>
                  </a:tcPr>
                </a:tc>
                <a:tc>
                  <a:txBody>
                    <a:bodyPr/>
                    <a:lstStyle/>
                    <a:p>
                      <a:pPr indent="0" lvl="0" marL="0" marR="0" rtl="0" algn="l">
                        <a:spcBef>
                          <a:spcPts val="0"/>
                        </a:spcBef>
                        <a:spcAft>
                          <a:spcPts val="0"/>
                        </a:spcAft>
                        <a:buNone/>
                      </a:pPr>
                      <a:r>
                        <a:rPr lang="en-GB" sz="1800"/>
                        <a:t>10</a:t>
                      </a:r>
                      <a:endParaRPr/>
                    </a:p>
                  </a:txBody>
                  <a:tcPr marT="45725" marB="45725" marR="91450" marL="91450">
                    <a:noFill/>
                  </a:tcPr>
                </a:tc>
              </a:tr>
              <a:tr h="320750">
                <a:tc>
                  <a:txBody>
                    <a:bodyPr/>
                    <a:lstStyle/>
                    <a:p>
                      <a:pPr indent="0" lvl="0" marL="0" marR="0" rtl="0" algn="l">
                        <a:spcBef>
                          <a:spcPts val="0"/>
                        </a:spcBef>
                        <a:spcAft>
                          <a:spcPts val="0"/>
                        </a:spcAft>
                        <a:buNone/>
                      </a:pPr>
                      <a:r>
                        <a:rPr lang="en-GB" sz="1800"/>
                        <a:t>V</a:t>
                      </a:r>
                      <a:endParaRPr/>
                    </a:p>
                  </a:txBody>
                  <a:tcPr marT="45725" marB="45725" marR="91450" marL="91450">
                    <a:noFill/>
                  </a:tcPr>
                </a:tc>
                <a:tc>
                  <a:txBody>
                    <a:bodyPr/>
                    <a:lstStyle/>
                    <a:p>
                      <a:pPr indent="0" lvl="0" marL="0" marR="0" rtl="0" algn="l">
                        <a:spcBef>
                          <a:spcPts val="0"/>
                        </a:spcBef>
                        <a:spcAft>
                          <a:spcPts val="0"/>
                        </a:spcAft>
                        <a:buNone/>
                      </a:pPr>
                      <a:r>
                        <a:rPr lang="en-GB" sz="1800"/>
                        <a:t>Y</a:t>
                      </a:r>
                      <a:endParaRPr/>
                    </a:p>
                  </a:txBody>
                  <a:tcPr marT="45725" marB="45725" marR="91450" marL="91450">
                    <a:noFill/>
                  </a:tcPr>
                </a:tc>
                <a:tc>
                  <a:txBody>
                    <a:bodyPr/>
                    <a:lstStyle/>
                    <a:p>
                      <a:pPr indent="0" lvl="0" marL="0" marR="0" rtl="0" algn="l">
                        <a:spcBef>
                          <a:spcPts val="0"/>
                        </a:spcBef>
                        <a:spcAft>
                          <a:spcPts val="0"/>
                        </a:spcAft>
                        <a:buNone/>
                      </a:pPr>
                      <a:r>
                        <a:rPr lang="en-GB" sz="1800"/>
                        <a:t>E</a:t>
                      </a:r>
                      <a:endParaRPr/>
                    </a:p>
                  </a:txBody>
                  <a:tcPr marT="45725" marB="45725" marR="91450" marL="91450">
                    <a:noFill/>
                  </a:tcPr>
                </a:tc>
                <a:tc>
                  <a:txBody>
                    <a:bodyPr/>
                    <a:lstStyle/>
                    <a:p>
                      <a:pPr indent="0" lvl="0" marL="0" marR="0" rtl="0" algn="l">
                        <a:spcBef>
                          <a:spcPts val="0"/>
                        </a:spcBef>
                        <a:spcAft>
                          <a:spcPts val="0"/>
                        </a:spcAft>
                        <a:buNone/>
                      </a:pPr>
                      <a:r>
                        <a:rPr lang="en-GB" sz="1800"/>
                        <a:t>P</a:t>
                      </a:r>
                      <a:endParaRPr/>
                    </a:p>
                  </a:txBody>
                  <a:tcPr marT="45725" marB="45725" marR="91450" marL="91450">
                    <a:noFill/>
                  </a:tcPr>
                </a:tc>
                <a:tc>
                  <a:txBody>
                    <a:bodyPr/>
                    <a:lstStyle/>
                    <a:p>
                      <a:pPr indent="0" lvl="0" marL="0" marR="0" rtl="0" algn="l">
                        <a:spcBef>
                          <a:spcPts val="0"/>
                        </a:spcBef>
                        <a:spcAft>
                          <a:spcPts val="0"/>
                        </a:spcAft>
                        <a:buNone/>
                      </a:pPr>
                      <a:r>
                        <a:rPr lang="en-GB" sz="1800"/>
                        <a:t>F</a:t>
                      </a:r>
                      <a:endParaRPr/>
                    </a:p>
                  </a:txBody>
                  <a:tcPr marT="45725" marB="45725" marR="91450" marL="91450">
                    <a:noFill/>
                  </a:tcPr>
                </a:tc>
                <a:tc>
                  <a:txBody>
                    <a:bodyPr/>
                    <a:lstStyle/>
                    <a:p>
                      <a:pPr indent="0" lvl="0" marL="0" marR="0" rtl="0" algn="l">
                        <a:spcBef>
                          <a:spcPts val="0"/>
                        </a:spcBef>
                        <a:spcAft>
                          <a:spcPts val="0"/>
                        </a:spcAft>
                        <a:buNone/>
                      </a:pPr>
                      <a:r>
                        <a:rPr lang="en-GB" sz="1800"/>
                        <a:t>A</a:t>
                      </a:r>
                      <a:endParaRPr/>
                    </a:p>
                  </a:txBody>
                  <a:tcPr marT="45725" marB="45725" marR="91450" marL="91450">
                    <a:noFill/>
                  </a:tcPr>
                </a:tc>
                <a:tc>
                  <a:txBody>
                    <a:bodyPr/>
                    <a:lstStyle/>
                    <a:p>
                      <a:pPr indent="0" lvl="0" marL="0" marR="0" rtl="0" algn="l">
                        <a:spcBef>
                          <a:spcPts val="0"/>
                        </a:spcBef>
                        <a:spcAft>
                          <a:spcPts val="0"/>
                        </a:spcAft>
                        <a:buNone/>
                      </a:pPr>
                      <a:r>
                        <a:rPr lang="en-GB" sz="1800"/>
                        <a:t>R</a:t>
                      </a:r>
                      <a:endParaRPr/>
                    </a:p>
                  </a:txBody>
                  <a:tcPr marT="45725" marB="45725" marR="91450" marL="91450">
                    <a:noFill/>
                  </a:tcPr>
                </a:tc>
                <a:tc>
                  <a:txBody>
                    <a:bodyPr/>
                    <a:lstStyle/>
                    <a:p>
                      <a:pPr indent="0" lvl="0" marL="0" marR="0" rtl="0" algn="l">
                        <a:spcBef>
                          <a:spcPts val="0"/>
                        </a:spcBef>
                        <a:spcAft>
                          <a:spcPts val="0"/>
                        </a:spcAft>
                        <a:buNone/>
                      </a:pPr>
                      <a:r>
                        <a:rPr lang="en-GB" sz="1800"/>
                        <a:t>P</a:t>
                      </a:r>
                      <a:endParaRPr/>
                    </a:p>
                  </a:txBody>
                  <a:tcPr marT="45725" marB="45725" marR="91450" marL="91450">
                    <a:noFill/>
                  </a:tcPr>
                </a:tc>
                <a:tc>
                  <a:txBody>
                    <a:bodyPr/>
                    <a:lstStyle/>
                    <a:p>
                      <a:pPr indent="0" lvl="0" marL="0" marR="0" rtl="0" algn="l">
                        <a:spcBef>
                          <a:spcPts val="0"/>
                        </a:spcBef>
                        <a:spcAft>
                          <a:spcPts val="0"/>
                        </a:spcAft>
                        <a:buNone/>
                      </a:pPr>
                      <a:r>
                        <a:rPr lang="en-GB" sz="1800"/>
                        <a:t>P</a:t>
                      </a:r>
                      <a:endParaRPr/>
                    </a:p>
                  </a:txBody>
                  <a:tcPr marT="45725" marB="45725" marR="91450" marL="91450">
                    <a:noFill/>
                  </a:tcPr>
                </a:tc>
              </a:tr>
            </a:tbl>
          </a:graphicData>
        </a:graphic>
      </p:graphicFrame>
      <p:sp>
        <p:nvSpPr>
          <p:cNvPr id="152" name="Google Shape;152;p6"/>
          <p:cNvSpPr txBox="1"/>
          <p:nvPr/>
        </p:nvSpPr>
        <p:spPr>
          <a:xfrm>
            <a:off x="322730" y="3929936"/>
            <a:ext cx="2255169" cy="36933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800">
                <a:solidFill>
                  <a:schemeClr val="dk1"/>
                </a:solidFill>
                <a:latin typeface="Calibri"/>
                <a:ea typeface="Calibri"/>
                <a:cs typeface="Calibri"/>
                <a:sym typeface="Calibri"/>
              </a:rPr>
              <a:t>Messaggio non cifrato</a:t>
            </a:r>
            <a:endParaRPr sz="1800">
              <a:solidFill>
                <a:schemeClr val="dk1"/>
              </a:solidFill>
              <a:latin typeface="Calibri"/>
              <a:ea typeface="Calibri"/>
              <a:cs typeface="Calibri"/>
              <a:sym typeface="Calibri"/>
            </a:endParaRPr>
          </a:p>
        </p:txBody>
      </p:sp>
      <p:sp>
        <p:nvSpPr>
          <p:cNvPr id="153" name="Google Shape;153;p6"/>
          <p:cNvSpPr txBox="1"/>
          <p:nvPr/>
        </p:nvSpPr>
        <p:spPr>
          <a:xfrm>
            <a:off x="1429508" y="4333029"/>
            <a:ext cx="1148391" cy="36933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800">
                <a:solidFill>
                  <a:schemeClr val="dk1"/>
                </a:solidFill>
                <a:latin typeface="Calibri"/>
                <a:ea typeface="Calibri"/>
                <a:cs typeface="Calibri"/>
                <a:sym typeface="Calibri"/>
              </a:rPr>
              <a:t>Chiave K =</a:t>
            </a:r>
            <a:endParaRPr/>
          </a:p>
        </p:txBody>
      </p:sp>
      <p:sp>
        <p:nvSpPr>
          <p:cNvPr id="154" name="Google Shape;154;p6"/>
          <p:cNvSpPr txBox="1"/>
          <p:nvPr/>
        </p:nvSpPr>
        <p:spPr>
          <a:xfrm>
            <a:off x="741114" y="4657519"/>
            <a:ext cx="1836785" cy="36933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800">
                <a:solidFill>
                  <a:schemeClr val="dk1"/>
                </a:solidFill>
                <a:latin typeface="Calibri"/>
                <a:ea typeface="Calibri"/>
                <a:cs typeface="Calibri"/>
                <a:sym typeface="Calibri"/>
              </a:rPr>
              <a:t>Messaggio cifrato</a:t>
            </a:r>
            <a:endParaRPr sz="1800">
              <a:solidFill>
                <a:schemeClr val="dk1"/>
              </a:solidFill>
              <a:latin typeface="Calibri"/>
              <a:ea typeface="Calibri"/>
              <a:cs typeface="Calibri"/>
              <a:sym typeface="Calibri"/>
            </a:endParaRPr>
          </a:p>
        </p:txBody>
      </p:sp>
      <p:pic>
        <p:nvPicPr>
          <p:cNvPr descr="Immagine che contiene Elementi grafici, cerchio, Policromia&#10;&#10;Il contenuto generato dall&amp;#39;IA potrebbe non essere corretto." id="155" name="Google Shape;155;p6"/>
          <p:cNvPicPr preferRelativeResize="0"/>
          <p:nvPr/>
        </p:nvPicPr>
        <p:blipFill rotWithShape="1">
          <a:blip r:embed="rId4">
            <a:alphaModFix/>
          </a:blip>
          <a:srcRect b="0" l="0" r="0" t="0"/>
          <a:stretch/>
        </p:blipFill>
        <p:spPr>
          <a:xfrm>
            <a:off x="11312237" y="58367"/>
            <a:ext cx="741219" cy="73532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 name="Google Shape;162;p7"/>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chemeClr val="dk1"/>
                </a:solidFill>
                <a:latin typeface="Calibri"/>
                <a:ea typeface="Calibri"/>
                <a:cs typeface="Calibri"/>
                <a:sym typeface="Calibri"/>
              </a:rPr>
              <a:t>ZANARDELLI ALESSIO</a:t>
            </a:r>
            <a:endParaRPr/>
          </a:p>
        </p:txBody>
      </p:sp>
      <p:sp>
        <p:nvSpPr>
          <p:cNvPr id="163" name="Google Shape;163;p7"/>
          <p:cNvSpPr txBox="1"/>
          <p:nvPr/>
        </p:nvSpPr>
        <p:spPr>
          <a:xfrm>
            <a:off x="95250" y="69097"/>
            <a:ext cx="9934575"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GB" sz="4000">
                <a:solidFill>
                  <a:srgbClr val="FF0000"/>
                </a:solidFill>
                <a:latin typeface="Calibri"/>
                <a:ea typeface="Calibri"/>
                <a:cs typeface="Calibri"/>
                <a:sym typeface="Calibri"/>
              </a:rPr>
              <a:t>GENERAZIONE NUMERI CASUALI</a:t>
            </a:r>
            <a:endParaRPr/>
          </a:p>
        </p:txBody>
      </p:sp>
      <p:sp>
        <p:nvSpPr>
          <p:cNvPr id="164" name="Google Shape;164;p7"/>
          <p:cNvSpPr txBox="1"/>
          <p:nvPr/>
        </p:nvSpPr>
        <p:spPr>
          <a:xfrm>
            <a:off x="2884" y="909204"/>
            <a:ext cx="12189116"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PRNG: generazione di numeri pseudo-casuali per mezzo di un algoritmo deterministico.</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Processo di fisica classica: la moneta.</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Processo di fisica quantistica: i fotoni.</a:t>
            </a:r>
            <a:endParaRPr/>
          </a:p>
        </p:txBody>
      </p:sp>
      <p:pic>
        <p:nvPicPr>
          <p:cNvPr id="165" name="Google Shape;165;p7"/>
          <p:cNvPicPr preferRelativeResize="0"/>
          <p:nvPr/>
        </p:nvPicPr>
        <p:blipFill rotWithShape="1">
          <a:blip r:embed="rId3">
            <a:alphaModFix/>
          </a:blip>
          <a:srcRect b="36208" l="20808" r="21544" t="21830"/>
          <a:stretch/>
        </p:blipFill>
        <p:spPr>
          <a:xfrm>
            <a:off x="5220208" y="2002329"/>
            <a:ext cx="6889145" cy="2820683"/>
          </a:xfrm>
          <a:prstGeom prst="rect">
            <a:avLst/>
          </a:prstGeom>
          <a:noFill/>
          <a:ln>
            <a:noFill/>
          </a:ln>
        </p:spPr>
      </p:pic>
      <p:pic>
        <p:nvPicPr>
          <p:cNvPr id="166" name="Google Shape;166;p7"/>
          <p:cNvPicPr preferRelativeResize="0"/>
          <p:nvPr/>
        </p:nvPicPr>
        <p:blipFill rotWithShape="1">
          <a:blip r:embed="rId4">
            <a:alphaModFix/>
          </a:blip>
          <a:srcRect b="9817" l="29191" r="12867" t="29767"/>
          <a:stretch/>
        </p:blipFill>
        <p:spPr>
          <a:xfrm>
            <a:off x="995083" y="4001911"/>
            <a:ext cx="3702423" cy="2171585"/>
          </a:xfrm>
          <a:prstGeom prst="rect">
            <a:avLst/>
          </a:prstGeom>
          <a:noFill/>
          <a:ln cap="flat" cmpd="sng" w="9525">
            <a:solidFill>
              <a:schemeClr val="dk1"/>
            </a:solidFill>
            <a:prstDash val="solid"/>
            <a:round/>
            <a:headEnd len="sm" w="sm" type="none"/>
            <a:tailEnd len="sm" w="sm" type="none"/>
          </a:ln>
        </p:spPr>
      </p:pic>
      <p:pic>
        <p:nvPicPr>
          <p:cNvPr descr="Immagine che contiene Elementi grafici, cerchio, Policromia&#10;&#10;Il contenuto generato dall&amp;#39;IA potrebbe non essere corretto." id="167" name="Google Shape;167;p7"/>
          <p:cNvPicPr preferRelativeResize="0"/>
          <p:nvPr/>
        </p:nvPicPr>
        <p:blipFill rotWithShape="1">
          <a:blip r:embed="rId5">
            <a:alphaModFix/>
          </a:blip>
          <a:srcRect b="0" l="0" r="0" t="0"/>
          <a:stretch/>
        </p:blipFill>
        <p:spPr>
          <a:xfrm>
            <a:off x="11312237" y="58367"/>
            <a:ext cx="741219" cy="73532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8"/>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4" name="Google Shape;174;p8"/>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chemeClr val="dk1"/>
                </a:solidFill>
                <a:latin typeface="Calibri"/>
                <a:ea typeface="Calibri"/>
                <a:cs typeface="Calibri"/>
                <a:sym typeface="Calibri"/>
              </a:rPr>
              <a:t>ZANARDELLI ALESSIO</a:t>
            </a:r>
            <a:endParaRPr/>
          </a:p>
        </p:txBody>
      </p:sp>
      <p:sp>
        <p:nvSpPr>
          <p:cNvPr id="175" name="Google Shape;175;p8"/>
          <p:cNvSpPr txBox="1"/>
          <p:nvPr/>
        </p:nvSpPr>
        <p:spPr>
          <a:xfrm>
            <a:off x="95250" y="69097"/>
            <a:ext cx="9934575"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GB" sz="4000">
                <a:solidFill>
                  <a:srgbClr val="FF0000"/>
                </a:solidFill>
                <a:latin typeface="Calibri"/>
                <a:ea typeface="Calibri"/>
                <a:cs typeface="Calibri"/>
                <a:sym typeface="Calibri"/>
              </a:rPr>
              <a:t>CIFRARIO A MATRICE</a:t>
            </a:r>
            <a:endParaRPr/>
          </a:p>
        </p:txBody>
      </p:sp>
      <p:sp>
        <p:nvSpPr>
          <p:cNvPr id="176" name="Google Shape;176;p8"/>
          <p:cNvSpPr txBox="1"/>
          <p:nvPr/>
        </p:nvSpPr>
        <p:spPr>
          <a:xfrm>
            <a:off x="2884" y="909204"/>
            <a:ext cx="12189116"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Crittografia a trasposizione con chiave </a:t>
            </a:r>
            <a:r>
              <a:rPr b="1" i="1" lang="en-GB" sz="2400">
                <a:solidFill>
                  <a:schemeClr val="dk1"/>
                </a:solidFill>
                <a:latin typeface="Calibri"/>
                <a:ea typeface="Calibri"/>
                <a:cs typeface="Calibri"/>
                <a:sym typeface="Calibri"/>
              </a:rPr>
              <a:t>K</a:t>
            </a:r>
            <a:r>
              <a:rPr lang="en-GB" sz="2400">
                <a:solidFill>
                  <a:schemeClr val="dk1"/>
                </a:solidFill>
                <a:latin typeface="Calibri"/>
                <a:ea typeface="Calibri"/>
                <a:cs typeface="Calibri"/>
                <a:sym typeface="Calibri"/>
              </a:rPr>
              <a:t> simmetrica.</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Si dispone il testo in una matrice con il numero di colonne pari alla lunghezza della chiave.</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Si prendono le colonne in ordine alfabetico e posizionale delle lettere nella chiave.</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ESEMPIO</a:t>
            </a:r>
            <a:endParaRPr/>
          </a:p>
          <a:p>
            <a:pPr indent="-342900" lvl="1" marL="8001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Calibri"/>
                <a:ea typeface="Calibri"/>
                <a:cs typeface="Calibri"/>
                <a:sym typeface="Calibri"/>
              </a:rPr>
              <a:t>Messaggio = ‘LEQUINTEHANNOESAMEDISTATO’</a:t>
            </a:r>
            <a:endParaRPr/>
          </a:p>
          <a:p>
            <a:pPr indent="-342900" lvl="1" marL="8001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Calibri"/>
                <a:ea typeface="Calibri"/>
                <a:cs typeface="Calibri"/>
                <a:sym typeface="Calibri"/>
              </a:rPr>
              <a:t>Chiave K = ‘TPSIT’</a:t>
            </a:r>
            <a:endParaRPr/>
          </a:p>
          <a:p>
            <a:pPr indent="-190500" lvl="1" marL="800100" marR="0" rtl="0" algn="l">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Calibri"/>
                <a:ea typeface="Calibri"/>
                <a:cs typeface="Calibri"/>
                <a:sym typeface="Calibri"/>
              </a:rPr>
              <a:t>Messaggio cifrato = ‘UHEDTETNMTQEOEALNNASIASIO’</a:t>
            </a:r>
            <a:endParaRPr/>
          </a:p>
        </p:txBody>
      </p:sp>
      <p:graphicFrame>
        <p:nvGraphicFramePr>
          <p:cNvPr id="177" name="Google Shape;177;p8"/>
          <p:cNvGraphicFramePr/>
          <p:nvPr/>
        </p:nvGraphicFramePr>
        <p:xfrm>
          <a:off x="8051612" y="3723756"/>
          <a:ext cx="3000000" cy="3000000"/>
        </p:xfrm>
        <a:graphic>
          <a:graphicData uri="http://schemas.openxmlformats.org/drawingml/2006/table">
            <a:tbl>
              <a:tblPr bandRow="1" firstRow="1">
                <a:noFill/>
                <a:tableStyleId>{8E68E55E-5B9F-4CBF-B0FA-E5EBBC8F1E69}</a:tableStyleId>
              </a:tblPr>
              <a:tblGrid>
                <a:gridCol w="791275"/>
                <a:gridCol w="791275"/>
                <a:gridCol w="791275"/>
                <a:gridCol w="791275"/>
                <a:gridCol w="791275"/>
              </a:tblGrid>
              <a:tr h="370850">
                <a:tc>
                  <a:txBody>
                    <a:bodyPr/>
                    <a:lstStyle/>
                    <a:p>
                      <a:pPr indent="0" lvl="0" marL="0" marR="0" rtl="0" algn="ctr">
                        <a:spcBef>
                          <a:spcPts val="0"/>
                        </a:spcBef>
                        <a:spcAft>
                          <a:spcPts val="0"/>
                        </a:spcAft>
                        <a:buNone/>
                      </a:pPr>
                      <a:r>
                        <a:rPr lang="en-GB" sz="1800"/>
                        <a:t>T</a:t>
                      </a:r>
                      <a:endParaRPr/>
                    </a:p>
                  </a:txBody>
                  <a:tcPr marT="45725" marB="45725" marR="91450" marL="91450">
                    <a:noFill/>
                  </a:tcPr>
                </a:tc>
                <a:tc>
                  <a:txBody>
                    <a:bodyPr/>
                    <a:lstStyle/>
                    <a:p>
                      <a:pPr indent="0" lvl="0" marL="0" marR="0" rtl="0" algn="ctr">
                        <a:spcBef>
                          <a:spcPts val="0"/>
                        </a:spcBef>
                        <a:spcAft>
                          <a:spcPts val="0"/>
                        </a:spcAft>
                        <a:buNone/>
                      </a:pPr>
                      <a:r>
                        <a:rPr lang="en-GB" sz="1800"/>
                        <a:t>P</a:t>
                      </a:r>
                      <a:endParaRPr/>
                    </a:p>
                  </a:txBody>
                  <a:tcPr marT="45725" marB="45725" marR="91450" marL="91450">
                    <a:noFill/>
                  </a:tcPr>
                </a:tc>
                <a:tc>
                  <a:txBody>
                    <a:bodyPr/>
                    <a:lstStyle/>
                    <a:p>
                      <a:pPr indent="0" lvl="0" marL="0" marR="0" rtl="0" algn="ctr">
                        <a:spcBef>
                          <a:spcPts val="0"/>
                        </a:spcBef>
                        <a:spcAft>
                          <a:spcPts val="0"/>
                        </a:spcAft>
                        <a:buNone/>
                      </a:pPr>
                      <a:r>
                        <a:rPr lang="en-GB" sz="1800"/>
                        <a:t>S</a:t>
                      </a:r>
                      <a:endParaRPr/>
                    </a:p>
                  </a:txBody>
                  <a:tcPr marT="45725" marB="45725" marR="91450" marL="91450">
                    <a:noFill/>
                  </a:tcPr>
                </a:tc>
                <a:tc>
                  <a:txBody>
                    <a:bodyPr/>
                    <a:lstStyle/>
                    <a:p>
                      <a:pPr indent="0" lvl="0" marL="0" marR="0" rtl="0" algn="ctr">
                        <a:spcBef>
                          <a:spcPts val="0"/>
                        </a:spcBef>
                        <a:spcAft>
                          <a:spcPts val="0"/>
                        </a:spcAft>
                        <a:buNone/>
                      </a:pPr>
                      <a:r>
                        <a:rPr lang="en-GB" sz="1800"/>
                        <a:t>I</a:t>
                      </a:r>
                      <a:endParaRPr/>
                    </a:p>
                  </a:txBody>
                  <a:tcPr marT="45725" marB="45725" marR="91450" marL="91450">
                    <a:noFill/>
                  </a:tcPr>
                </a:tc>
                <a:tc>
                  <a:txBody>
                    <a:bodyPr/>
                    <a:lstStyle/>
                    <a:p>
                      <a:pPr indent="0" lvl="0" marL="0" marR="0" rtl="0" algn="ctr">
                        <a:spcBef>
                          <a:spcPts val="0"/>
                        </a:spcBef>
                        <a:spcAft>
                          <a:spcPts val="0"/>
                        </a:spcAft>
                        <a:buNone/>
                      </a:pPr>
                      <a:r>
                        <a:rPr lang="en-GB" sz="1800"/>
                        <a:t>T</a:t>
                      </a:r>
                      <a:endParaRPr/>
                    </a:p>
                  </a:txBody>
                  <a:tcPr marT="45725" marB="45725" marR="91450" marL="91450">
                    <a:noFill/>
                  </a:tcPr>
                </a:tc>
              </a:tr>
              <a:tr h="370850">
                <a:tc>
                  <a:txBody>
                    <a:bodyPr/>
                    <a:lstStyle/>
                    <a:p>
                      <a:pPr indent="0" lvl="0" marL="0" marR="0" rtl="0" algn="ctr">
                        <a:spcBef>
                          <a:spcPts val="0"/>
                        </a:spcBef>
                        <a:spcAft>
                          <a:spcPts val="0"/>
                        </a:spcAft>
                        <a:buNone/>
                      </a:pPr>
                      <a:r>
                        <a:rPr lang="en-GB" sz="1800"/>
                        <a:t>L</a:t>
                      </a:r>
                      <a:endParaRPr/>
                    </a:p>
                  </a:txBody>
                  <a:tcPr marT="45725" marB="45725" marR="91450" marL="91450">
                    <a:noFill/>
                  </a:tcPr>
                </a:tc>
                <a:tc>
                  <a:txBody>
                    <a:bodyPr/>
                    <a:lstStyle/>
                    <a:p>
                      <a:pPr indent="0" lvl="0" marL="0" marR="0" rtl="0" algn="ctr">
                        <a:spcBef>
                          <a:spcPts val="0"/>
                        </a:spcBef>
                        <a:spcAft>
                          <a:spcPts val="0"/>
                        </a:spcAft>
                        <a:buNone/>
                      </a:pPr>
                      <a:r>
                        <a:rPr lang="en-GB" sz="1800"/>
                        <a:t>E</a:t>
                      </a:r>
                      <a:endParaRPr/>
                    </a:p>
                  </a:txBody>
                  <a:tcPr marT="45725" marB="45725" marR="91450" marL="91450">
                    <a:noFill/>
                  </a:tcPr>
                </a:tc>
                <a:tc>
                  <a:txBody>
                    <a:bodyPr/>
                    <a:lstStyle/>
                    <a:p>
                      <a:pPr indent="0" lvl="0" marL="0" marR="0" rtl="0" algn="ctr">
                        <a:spcBef>
                          <a:spcPts val="0"/>
                        </a:spcBef>
                        <a:spcAft>
                          <a:spcPts val="0"/>
                        </a:spcAft>
                        <a:buNone/>
                      </a:pPr>
                      <a:r>
                        <a:rPr lang="en-GB" sz="1800"/>
                        <a:t>Q</a:t>
                      </a:r>
                      <a:endParaRPr/>
                    </a:p>
                  </a:txBody>
                  <a:tcPr marT="45725" marB="45725" marR="91450" marL="91450">
                    <a:noFill/>
                  </a:tcPr>
                </a:tc>
                <a:tc>
                  <a:txBody>
                    <a:bodyPr/>
                    <a:lstStyle/>
                    <a:p>
                      <a:pPr indent="0" lvl="0" marL="0" marR="0" rtl="0" algn="ctr">
                        <a:spcBef>
                          <a:spcPts val="0"/>
                        </a:spcBef>
                        <a:spcAft>
                          <a:spcPts val="0"/>
                        </a:spcAft>
                        <a:buNone/>
                      </a:pPr>
                      <a:r>
                        <a:rPr lang="en-GB" sz="1800"/>
                        <a:t>U</a:t>
                      </a:r>
                      <a:endParaRPr/>
                    </a:p>
                  </a:txBody>
                  <a:tcPr marT="45725" marB="45725" marR="91450" marL="91450">
                    <a:noFill/>
                  </a:tcPr>
                </a:tc>
                <a:tc>
                  <a:txBody>
                    <a:bodyPr/>
                    <a:lstStyle/>
                    <a:p>
                      <a:pPr indent="0" lvl="0" marL="0" marR="0" rtl="0" algn="ctr">
                        <a:spcBef>
                          <a:spcPts val="0"/>
                        </a:spcBef>
                        <a:spcAft>
                          <a:spcPts val="0"/>
                        </a:spcAft>
                        <a:buNone/>
                      </a:pPr>
                      <a:r>
                        <a:rPr lang="en-GB" sz="1800"/>
                        <a:t>I</a:t>
                      </a:r>
                      <a:endParaRPr/>
                    </a:p>
                  </a:txBody>
                  <a:tcPr marT="45725" marB="45725" marR="91450" marL="91450">
                    <a:noFill/>
                  </a:tcPr>
                </a:tc>
              </a:tr>
              <a:tr h="370850">
                <a:tc>
                  <a:txBody>
                    <a:bodyPr/>
                    <a:lstStyle/>
                    <a:p>
                      <a:pPr indent="0" lvl="0" marL="0" marR="0" rtl="0" algn="ctr">
                        <a:spcBef>
                          <a:spcPts val="0"/>
                        </a:spcBef>
                        <a:spcAft>
                          <a:spcPts val="0"/>
                        </a:spcAft>
                        <a:buNone/>
                      </a:pPr>
                      <a:r>
                        <a:rPr lang="en-GB" sz="1800"/>
                        <a:t>N</a:t>
                      </a:r>
                      <a:endParaRPr/>
                    </a:p>
                  </a:txBody>
                  <a:tcPr marT="45725" marB="45725" marR="91450" marL="91450">
                    <a:noFill/>
                  </a:tcPr>
                </a:tc>
                <a:tc>
                  <a:txBody>
                    <a:bodyPr/>
                    <a:lstStyle/>
                    <a:p>
                      <a:pPr indent="0" lvl="0" marL="0" marR="0" rtl="0" algn="ctr">
                        <a:spcBef>
                          <a:spcPts val="0"/>
                        </a:spcBef>
                        <a:spcAft>
                          <a:spcPts val="0"/>
                        </a:spcAft>
                        <a:buNone/>
                      </a:pPr>
                      <a:r>
                        <a:rPr lang="en-GB" sz="1800"/>
                        <a:t>T</a:t>
                      </a:r>
                      <a:endParaRPr/>
                    </a:p>
                  </a:txBody>
                  <a:tcPr marT="45725" marB="45725" marR="91450" marL="91450">
                    <a:noFill/>
                  </a:tcPr>
                </a:tc>
                <a:tc>
                  <a:txBody>
                    <a:bodyPr/>
                    <a:lstStyle/>
                    <a:p>
                      <a:pPr indent="0" lvl="0" marL="0" marR="0" rtl="0" algn="ctr">
                        <a:spcBef>
                          <a:spcPts val="0"/>
                        </a:spcBef>
                        <a:spcAft>
                          <a:spcPts val="0"/>
                        </a:spcAft>
                        <a:buNone/>
                      </a:pPr>
                      <a:r>
                        <a:rPr lang="en-GB" sz="1800"/>
                        <a:t>E</a:t>
                      </a:r>
                      <a:endParaRPr/>
                    </a:p>
                  </a:txBody>
                  <a:tcPr marT="45725" marB="45725" marR="91450" marL="91450">
                    <a:noFill/>
                  </a:tcPr>
                </a:tc>
                <a:tc>
                  <a:txBody>
                    <a:bodyPr/>
                    <a:lstStyle/>
                    <a:p>
                      <a:pPr indent="0" lvl="0" marL="0" marR="0" rtl="0" algn="ctr">
                        <a:spcBef>
                          <a:spcPts val="0"/>
                        </a:spcBef>
                        <a:spcAft>
                          <a:spcPts val="0"/>
                        </a:spcAft>
                        <a:buNone/>
                      </a:pPr>
                      <a:r>
                        <a:rPr lang="en-GB" sz="1800"/>
                        <a:t>H</a:t>
                      </a:r>
                      <a:endParaRPr/>
                    </a:p>
                  </a:txBody>
                  <a:tcPr marT="45725" marB="45725" marR="91450" marL="91450">
                    <a:noFill/>
                  </a:tcPr>
                </a:tc>
                <a:tc>
                  <a:txBody>
                    <a:bodyPr/>
                    <a:lstStyle/>
                    <a:p>
                      <a:pPr indent="0" lvl="0" marL="0" marR="0" rtl="0" algn="ctr">
                        <a:spcBef>
                          <a:spcPts val="0"/>
                        </a:spcBef>
                        <a:spcAft>
                          <a:spcPts val="0"/>
                        </a:spcAft>
                        <a:buNone/>
                      </a:pPr>
                      <a:r>
                        <a:rPr lang="en-GB" sz="1800"/>
                        <a:t>A</a:t>
                      </a:r>
                      <a:endParaRPr/>
                    </a:p>
                  </a:txBody>
                  <a:tcPr marT="45725" marB="45725" marR="91450" marL="91450">
                    <a:noFill/>
                  </a:tcPr>
                </a:tc>
              </a:tr>
              <a:tr h="370850">
                <a:tc>
                  <a:txBody>
                    <a:bodyPr/>
                    <a:lstStyle/>
                    <a:p>
                      <a:pPr indent="0" lvl="0" marL="0" marR="0" rtl="0" algn="ctr">
                        <a:spcBef>
                          <a:spcPts val="0"/>
                        </a:spcBef>
                        <a:spcAft>
                          <a:spcPts val="0"/>
                        </a:spcAft>
                        <a:buNone/>
                      </a:pPr>
                      <a:r>
                        <a:rPr lang="en-GB" sz="1800"/>
                        <a:t>N</a:t>
                      </a:r>
                      <a:endParaRPr/>
                    </a:p>
                  </a:txBody>
                  <a:tcPr marT="45725" marB="45725" marR="91450" marL="91450">
                    <a:noFill/>
                  </a:tcPr>
                </a:tc>
                <a:tc>
                  <a:txBody>
                    <a:bodyPr/>
                    <a:lstStyle/>
                    <a:p>
                      <a:pPr indent="0" lvl="0" marL="0" marR="0" rtl="0" algn="ctr">
                        <a:spcBef>
                          <a:spcPts val="0"/>
                        </a:spcBef>
                        <a:spcAft>
                          <a:spcPts val="0"/>
                        </a:spcAft>
                        <a:buNone/>
                      </a:pPr>
                      <a:r>
                        <a:rPr lang="en-GB" sz="1800"/>
                        <a:t>N</a:t>
                      </a:r>
                      <a:endParaRPr/>
                    </a:p>
                  </a:txBody>
                  <a:tcPr marT="45725" marB="45725" marR="91450" marL="91450">
                    <a:noFill/>
                  </a:tcPr>
                </a:tc>
                <a:tc>
                  <a:txBody>
                    <a:bodyPr/>
                    <a:lstStyle/>
                    <a:p>
                      <a:pPr indent="0" lvl="0" marL="0" marR="0" rtl="0" algn="ctr">
                        <a:spcBef>
                          <a:spcPts val="0"/>
                        </a:spcBef>
                        <a:spcAft>
                          <a:spcPts val="0"/>
                        </a:spcAft>
                        <a:buNone/>
                      </a:pPr>
                      <a:r>
                        <a:rPr lang="en-GB" sz="1800"/>
                        <a:t>O</a:t>
                      </a:r>
                      <a:endParaRPr/>
                    </a:p>
                  </a:txBody>
                  <a:tcPr marT="45725" marB="45725" marR="91450" marL="91450">
                    <a:noFill/>
                  </a:tcPr>
                </a:tc>
                <a:tc>
                  <a:txBody>
                    <a:bodyPr/>
                    <a:lstStyle/>
                    <a:p>
                      <a:pPr indent="0" lvl="0" marL="0" marR="0" rtl="0" algn="ctr">
                        <a:spcBef>
                          <a:spcPts val="0"/>
                        </a:spcBef>
                        <a:spcAft>
                          <a:spcPts val="0"/>
                        </a:spcAft>
                        <a:buNone/>
                      </a:pPr>
                      <a:r>
                        <a:rPr lang="en-GB" sz="1800"/>
                        <a:t>E</a:t>
                      </a:r>
                      <a:endParaRPr/>
                    </a:p>
                  </a:txBody>
                  <a:tcPr marT="45725" marB="45725" marR="91450" marL="91450">
                    <a:noFill/>
                  </a:tcPr>
                </a:tc>
                <a:tc>
                  <a:txBody>
                    <a:bodyPr/>
                    <a:lstStyle/>
                    <a:p>
                      <a:pPr indent="0" lvl="0" marL="0" marR="0" rtl="0" algn="ctr">
                        <a:spcBef>
                          <a:spcPts val="0"/>
                        </a:spcBef>
                        <a:spcAft>
                          <a:spcPts val="0"/>
                        </a:spcAft>
                        <a:buNone/>
                      </a:pPr>
                      <a:r>
                        <a:rPr lang="en-GB" sz="1800"/>
                        <a:t>S</a:t>
                      </a:r>
                      <a:endParaRPr/>
                    </a:p>
                  </a:txBody>
                  <a:tcPr marT="45725" marB="45725" marR="91450" marL="91450">
                    <a:noFill/>
                  </a:tcPr>
                </a:tc>
              </a:tr>
              <a:tr h="370850">
                <a:tc>
                  <a:txBody>
                    <a:bodyPr/>
                    <a:lstStyle/>
                    <a:p>
                      <a:pPr indent="0" lvl="0" marL="0" marR="0" rtl="0" algn="ctr">
                        <a:spcBef>
                          <a:spcPts val="0"/>
                        </a:spcBef>
                        <a:spcAft>
                          <a:spcPts val="0"/>
                        </a:spcAft>
                        <a:buNone/>
                      </a:pPr>
                      <a:r>
                        <a:rPr lang="en-GB" sz="1800"/>
                        <a:t>A</a:t>
                      </a:r>
                      <a:endParaRPr/>
                    </a:p>
                  </a:txBody>
                  <a:tcPr marT="45725" marB="45725" marR="91450" marL="91450">
                    <a:noFill/>
                  </a:tcPr>
                </a:tc>
                <a:tc>
                  <a:txBody>
                    <a:bodyPr/>
                    <a:lstStyle/>
                    <a:p>
                      <a:pPr indent="0" lvl="0" marL="0" marR="0" rtl="0" algn="ctr">
                        <a:spcBef>
                          <a:spcPts val="0"/>
                        </a:spcBef>
                        <a:spcAft>
                          <a:spcPts val="0"/>
                        </a:spcAft>
                        <a:buNone/>
                      </a:pPr>
                      <a:r>
                        <a:rPr lang="en-GB" sz="1800"/>
                        <a:t>M</a:t>
                      </a:r>
                      <a:endParaRPr/>
                    </a:p>
                  </a:txBody>
                  <a:tcPr marT="45725" marB="45725" marR="91450" marL="91450">
                    <a:noFill/>
                  </a:tcPr>
                </a:tc>
                <a:tc>
                  <a:txBody>
                    <a:bodyPr/>
                    <a:lstStyle/>
                    <a:p>
                      <a:pPr indent="0" lvl="0" marL="0" marR="0" rtl="0" algn="ctr">
                        <a:spcBef>
                          <a:spcPts val="0"/>
                        </a:spcBef>
                        <a:spcAft>
                          <a:spcPts val="0"/>
                        </a:spcAft>
                        <a:buNone/>
                      </a:pPr>
                      <a:r>
                        <a:rPr lang="en-GB" sz="1800"/>
                        <a:t>E</a:t>
                      </a:r>
                      <a:endParaRPr/>
                    </a:p>
                  </a:txBody>
                  <a:tcPr marT="45725" marB="45725" marR="91450" marL="91450">
                    <a:noFill/>
                  </a:tcPr>
                </a:tc>
                <a:tc>
                  <a:txBody>
                    <a:bodyPr/>
                    <a:lstStyle/>
                    <a:p>
                      <a:pPr indent="0" lvl="0" marL="0" marR="0" rtl="0" algn="ctr">
                        <a:spcBef>
                          <a:spcPts val="0"/>
                        </a:spcBef>
                        <a:spcAft>
                          <a:spcPts val="0"/>
                        </a:spcAft>
                        <a:buNone/>
                      </a:pPr>
                      <a:r>
                        <a:rPr lang="en-GB" sz="1800"/>
                        <a:t>D</a:t>
                      </a:r>
                      <a:endParaRPr/>
                    </a:p>
                  </a:txBody>
                  <a:tcPr marT="45725" marB="45725" marR="91450" marL="91450">
                    <a:noFill/>
                  </a:tcPr>
                </a:tc>
                <a:tc>
                  <a:txBody>
                    <a:bodyPr/>
                    <a:lstStyle/>
                    <a:p>
                      <a:pPr indent="0" lvl="0" marL="0" marR="0" rtl="0" algn="ctr">
                        <a:spcBef>
                          <a:spcPts val="0"/>
                        </a:spcBef>
                        <a:spcAft>
                          <a:spcPts val="0"/>
                        </a:spcAft>
                        <a:buNone/>
                      </a:pPr>
                      <a:r>
                        <a:rPr lang="en-GB" sz="1800"/>
                        <a:t>I</a:t>
                      </a:r>
                      <a:endParaRPr/>
                    </a:p>
                  </a:txBody>
                  <a:tcPr marT="45725" marB="45725" marR="91450" marL="91450">
                    <a:noFill/>
                  </a:tcPr>
                </a:tc>
              </a:tr>
              <a:tr h="370850">
                <a:tc>
                  <a:txBody>
                    <a:bodyPr/>
                    <a:lstStyle/>
                    <a:p>
                      <a:pPr indent="0" lvl="0" marL="0" marR="0" rtl="0" algn="ctr">
                        <a:spcBef>
                          <a:spcPts val="0"/>
                        </a:spcBef>
                        <a:spcAft>
                          <a:spcPts val="0"/>
                        </a:spcAft>
                        <a:buNone/>
                      </a:pPr>
                      <a:r>
                        <a:rPr lang="en-GB" sz="1800"/>
                        <a:t>S</a:t>
                      </a:r>
                      <a:endParaRPr/>
                    </a:p>
                  </a:txBody>
                  <a:tcPr marT="45725" marB="45725" marR="91450" marL="91450">
                    <a:noFill/>
                  </a:tcPr>
                </a:tc>
                <a:tc>
                  <a:txBody>
                    <a:bodyPr/>
                    <a:lstStyle/>
                    <a:p>
                      <a:pPr indent="0" lvl="0" marL="0" marR="0" rtl="0" algn="ctr">
                        <a:spcBef>
                          <a:spcPts val="0"/>
                        </a:spcBef>
                        <a:spcAft>
                          <a:spcPts val="0"/>
                        </a:spcAft>
                        <a:buNone/>
                      </a:pPr>
                      <a:r>
                        <a:rPr lang="en-GB" sz="1800"/>
                        <a:t>T</a:t>
                      </a:r>
                      <a:endParaRPr/>
                    </a:p>
                  </a:txBody>
                  <a:tcPr marT="45725" marB="45725" marR="91450" marL="91450">
                    <a:noFill/>
                  </a:tcPr>
                </a:tc>
                <a:tc>
                  <a:txBody>
                    <a:bodyPr/>
                    <a:lstStyle/>
                    <a:p>
                      <a:pPr indent="0" lvl="0" marL="0" marR="0" rtl="0" algn="ctr">
                        <a:spcBef>
                          <a:spcPts val="0"/>
                        </a:spcBef>
                        <a:spcAft>
                          <a:spcPts val="0"/>
                        </a:spcAft>
                        <a:buNone/>
                      </a:pPr>
                      <a:r>
                        <a:rPr lang="en-GB" sz="1800"/>
                        <a:t>A</a:t>
                      </a:r>
                      <a:endParaRPr/>
                    </a:p>
                  </a:txBody>
                  <a:tcPr marT="45725" marB="45725" marR="91450" marL="91450">
                    <a:noFill/>
                  </a:tcPr>
                </a:tc>
                <a:tc>
                  <a:txBody>
                    <a:bodyPr/>
                    <a:lstStyle/>
                    <a:p>
                      <a:pPr indent="0" lvl="0" marL="0" marR="0" rtl="0" algn="ctr">
                        <a:spcBef>
                          <a:spcPts val="0"/>
                        </a:spcBef>
                        <a:spcAft>
                          <a:spcPts val="0"/>
                        </a:spcAft>
                        <a:buNone/>
                      </a:pPr>
                      <a:r>
                        <a:rPr lang="en-GB" sz="1800"/>
                        <a:t>T</a:t>
                      </a:r>
                      <a:endParaRPr/>
                    </a:p>
                  </a:txBody>
                  <a:tcPr marT="45725" marB="45725" marR="91450" marL="91450">
                    <a:noFill/>
                  </a:tcPr>
                </a:tc>
                <a:tc>
                  <a:txBody>
                    <a:bodyPr/>
                    <a:lstStyle/>
                    <a:p>
                      <a:pPr indent="0" lvl="0" marL="0" marR="0" rtl="0" algn="ctr">
                        <a:spcBef>
                          <a:spcPts val="0"/>
                        </a:spcBef>
                        <a:spcAft>
                          <a:spcPts val="0"/>
                        </a:spcAft>
                        <a:buNone/>
                      </a:pPr>
                      <a:r>
                        <a:rPr lang="en-GB" sz="1800"/>
                        <a:t>O</a:t>
                      </a:r>
                      <a:endParaRPr/>
                    </a:p>
                  </a:txBody>
                  <a:tcPr marT="45725" marB="45725" marR="91450" marL="91450">
                    <a:noFill/>
                  </a:tcPr>
                </a:tc>
              </a:tr>
            </a:tbl>
          </a:graphicData>
        </a:graphic>
      </p:graphicFrame>
      <p:pic>
        <p:nvPicPr>
          <p:cNvPr descr="Immagine che contiene Elementi grafici, cerchio, Policromia&#10;&#10;Il contenuto generato dall&amp;#39;IA potrebbe non essere corretto." id="178" name="Google Shape;178;p8"/>
          <p:cNvPicPr preferRelativeResize="0"/>
          <p:nvPr/>
        </p:nvPicPr>
        <p:blipFill rotWithShape="1">
          <a:blip r:embed="rId3">
            <a:alphaModFix/>
          </a:blip>
          <a:srcRect b="0" l="0" r="0" t="0"/>
          <a:stretch/>
        </p:blipFill>
        <p:spPr>
          <a:xfrm>
            <a:off x="11312237" y="58367"/>
            <a:ext cx="741219" cy="73532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9"/>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 name="Google Shape;185;p9"/>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chemeClr val="dk1"/>
                </a:solidFill>
                <a:latin typeface="Calibri"/>
                <a:ea typeface="Calibri"/>
                <a:cs typeface="Calibri"/>
                <a:sym typeface="Calibri"/>
              </a:rPr>
              <a:t>ZANARDELLI ALESSIO</a:t>
            </a:r>
            <a:endParaRPr/>
          </a:p>
        </p:txBody>
      </p:sp>
      <p:sp>
        <p:nvSpPr>
          <p:cNvPr id="186" name="Google Shape;186;p9"/>
          <p:cNvSpPr txBox="1"/>
          <p:nvPr/>
        </p:nvSpPr>
        <p:spPr>
          <a:xfrm>
            <a:off x="95250" y="69097"/>
            <a:ext cx="9934575"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GB" sz="4000">
                <a:solidFill>
                  <a:srgbClr val="FF0000"/>
                </a:solidFill>
                <a:latin typeface="Calibri"/>
                <a:ea typeface="Calibri"/>
                <a:cs typeface="Calibri"/>
                <a:sym typeface="Calibri"/>
              </a:rPr>
              <a:t>DISCO CIFRANTE</a:t>
            </a:r>
            <a:endParaRPr/>
          </a:p>
        </p:txBody>
      </p:sp>
      <p:sp>
        <p:nvSpPr>
          <p:cNvPr id="187" name="Google Shape;187;p9"/>
          <p:cNvSpPr txBox="1"/>
          <p:nvPr/>
        </p:nvSpPr>
        <p:spPr>
          <a:xfrm>
            <a:off x="2884" y="909204"/>
            <a:ext cx="12189116"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Il disco cifrante di Leon Battista Alberti è il primo sistema di cifratura polialfabetica (intorno al 1467).</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Si compone di due dischi concentrici, rotanti uno rispetto all'altro, contenenti un alfabeto ordinato e un alfabeto disordinato.</a:t>
            </a:r>
            <a:endParaRPr/>
          </a:p>
        </p:txBody>
      </p:sp>
      <p:pic>
        <p:nvPicPr>
          <p:cNvPr id="188" name="Google Shape;188;p9"/>
          <p:cNvPicPr preferRelativeResize="0"/>
          <p:nvPr/>
        </p:nvPicPr>
        <p:blipFill rotWithShape="1">
          <a:blip r:embed="rId3">
            <a:alphaModFix/>
          </a:blip>
          <a:srcRect b="0" l="0" r="0" t="0"/>
          <a:stretch/>
        </p:blipFill>
        <p:spPr>
          <a:xfrm>
            <a:off x="8809518" y="3308955"/>
            <a:ext cx="2786904" cy="2786904"/>
          </a:xfrm>
          <a:prstGeom prst="rect">
            <a:avLst/>
          </a:prstGeom>
          <a:noFill/>
          <a:ln>
            <a:noFill/>
          </a:ln>
        </p:spPr>
      </p:pic>
      <p:sp>
        <p:nvSpPr>
          <p:cNvPr id="189" name="Google Shape;189;p9"/>
          <p:cNvSpPr txBox="1"/>
          <p:nvPr/>
        </p:nvSpPr>
        <p:spPr>
          <a:xfrm>
            <a:off x="0" y="3632579"/>
            <a:ext cx="8283388" cy="2215991"/>
          </a:xfrm>
          <a:prstGeom prst="rect">
            <a:avLst/>
          </a:prstGeom>
          <a:noFill/>
          <a:ln>
            <a:noFill/>
          </a:ln>
        </p:spPr>
        <p:txBody>
          <a:bodyPr anchorCtr="0" anchor="t" bIns="45700" lIns="91425" spcFirstLastPara="1" rIns="91425" wrap="square" tIns="45700">
            <a:spAutoFit/>
          </a:bodyPr>
          <a:lstStyle/>
          <a:p>
            <a:pPr indent="-133350" lvl="0" marL="28575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33350" lvl="0" marL="28575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Permette la sostituzione polialfabetica con periodo irregolare per mezzo di lettere chiave inserite nel corpo del crittogramma.</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mmagine che contiene Elementi grafici, cerchio, Policromia&#10;&#10;Il contenuto generato dall&amp;#39;IA potrebbe non essere corretto." id="190" name="Google Shape;190;p9"/>
          <p:cNvPicPr preferRelativeResize="0"/>
          <p:nvPr/>
        </p:nvPicPr>
        <p:blipFill rotWithShape="1">
          <a:blip r:embed="rId4">
            <a:alphaModFix/>
          </a:blip>
          <a:srcRect b="0" l="0" r="0" t="0"/>
          <a:stretch/>
        </p:blipFill>
        <p:spPr>
          <a:xfrm>
            <a:off x="11312237" y="58367"/>
            <a:ext cx="741219" cy="73532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0"/>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 name="Google Shape;197;p10"/>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chemeClr val="dk1"/>
                </a:solidFill>
                <a:latin typeface="Calibri"/>
                <a:ea typeface="Calibri"/>
                <a:cs typeface="Calibri"/>
                <a:sym typeface="Calibri"/>
              </a:rPr>
              <a:t>ZANARDELLI ALESSIO</a:t>
            </a:r>
            <a:endParaRPr/>
          </a:p>
        </p:txBody>
      </p:sp>
      <p:sp>
        <p:nvSpPr>
          <p:cNvPr id="198" name="Google Shape;198;p10"/>
          <p:cNvSpPr txBox="1"/>
          <p:nvPr/>
        </p:nvSpPr>
        <p:spPr>
          <a:xfrm>
            <a:off x="95250" y="69097"/>
            <a:ext cx="9934575"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GB" sz="4000">
                <a:solidFill>
                  <a:srgbClr val="FF0000"/>
                </a:solidFill>
                <a:latin typeface="Calibri"/>
                <a:ea typeface="Calibri"/>
                <a:cs typeface="Calibri"/>
                <a:sym typeface="Calibri"/>
              </a:rPr>
              <a:t>DISCO CIFRANTE – INDICE FISSO</a:t>
            </a:r>
            <a:endParaRPr/>
          </a:p>
        </p:txBody>
      </p:sp>
      <p:sp>
        <p:nvSpPr>
          <p:cNvPr id="199" name="Google Shape;199;p10"/>
          <p:cNvSpPr txBox="1"/>
          <p:nvPr/>
        </p:nvSpPr>
        <p:spPr>
          <a:xfrm>
            <a:off x="2884" y="909204"/>
            <a:ext cx="12189116" cy="56323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Si sceglie una lettera maiuscola dell'anello esterno come indice fisso. </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Messaggio: ‘ESAME</a:t>
            </a:r>
            <a:r>
              <a:rPr lang="en-GB" sz="2400">
                <a:solidFill>
                  <a:srgbClr val="FF0000"/>
                </a:solidFill>
                <a:latin typeface="Calibri"/>
                <a:ea typeface="Calibri"/>
                <a:cs typeface="Calibri"/>
                <a:sym typeface="Calibri"/>
              </a:rPr>
              <a:t>3</a:t>
            </a:r>
            <a:r>
              <a:rPr lang="en-GB" sz="2400">
                <a:solidFill>
                  <a:schemeClr val="dk1"/>
                </a:solidFill>
                <a:latin typeface="Calibri"/>
                <a:ea typeface="Calibri"/>
                <a:cs typeface="Calibri"/>
                <a:sym typeface="Calibri"/>
              </a:rPr>
              <a:t>DISTATO’; Indice fisso: A</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     Alfabeto ordinato:</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Alfabeto disordinato:</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Messaggio cifrato: ‘</a:t>
            </a:r>
            <a:r>
              <a:rPr lang="en-GB" sz="2400">
                <a:solidFill>
                  <a:srgbClr val="FF0000"/>
                </a:solidFill>
                <a:latin typeface="Calibri"/>
                <a:ea typeface="Calibri"/>
                <a:cs typeface="Calibri"/>
                <a:sym typeface="Calibri"/>
              </a:rPr>
              <a:t>g</a:t>
            </a:r>
            <a:r>
              <a:rPr lang="en-GB" sz="2400">
                <a:solidFill>
                  <a:schemeClr val="dk1"/>
                </a:solidFill>
                <a:latin typeface="Calibri"/>
                <a:ea typeface="Calibri"/>
                <a:cs typeface="Calibri"/>
                <a:sym typeface="Calibri"/>
              </a:rPr>
              <a:t>pqg&amp;p</a:t>
            </a:r>
            <a:r>
              <a:rPr lang="en-GB" sz="2400">
                <a:solidFill>
                  <a:srgbClr val="FF0000"/>
                </a:solidFill>
                <a:latin typeface="Calibri"/>
                <a:ea typeface="Calibri"/>
                <a:cs typeface="Calibri"/>
                <a:sym typeface="Calibri"/>
              </a:rPr>
              <a:t>c</a:t>
            </a:r>
            <a:r>
              <a:rPr lang="en-GB" sz="2400">
                <a:solidFill>
                  <a:schemeClr val="dk1"/>
                </a:solidFill>
                <a:latin typeface="Calibri"/>
                <a:ea typeface="Calibri"/>
                <a:cs typeface="Calibri"/>
                <a:sym typeface="Calibri"/>
              </a:rPr>
              <a:t>’</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     Alfabeto ordinato:</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Alfabeto disordinato:</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Messaggio cifrato: ‘</a:t>
            </a:r>
            <a:r>
              <a:rPr lang="en-GB" sz="2400">
                <a:solidFill>
                  <a:srgbClr val="FF0000"/>
                </a:solidFill>
                <a:latin typeface="Calibri"/>
                <a:ea typeface="Calibri"/>
                <a:cs typeface="Calibri"/>
                <a:sym typeface="Calibri"/>
              </a:rPr>
              <a:t>g</a:t>
            </a:r>
            <a:r>
              <a:rPr lang="en-GB" sz="2400">
                <a:solidFill>
                  <a:schemeClr val="dk1"/>
                </a:solidFill>
                <a:latin typeface="Calibri"/>
                <a:ea typeface="Calibri"/>
                <a:cs typeface="Calibri"/>
                <a:sym typeface="Calibri"/>
              </a:rPr>
              <a:t>pqg&amp;p</a:t>
            </a:r>
            <a:r>
              <a:rPr lang="en-GB" sz="2400">
                <a:solidFill>
                  <a:srgbClr val="FF0000"/>
                </a:solidFill>
                <a:latin typeface="Calibri"/>
                <a:ea typeface="Calibri"/>
                <a:cs typeface="Calibri"/>
                <a:sym typeface="Calibri"/>
              </a:rPr>
              <a:t>c</a:t>
            </a:r>
            <a:r>
              <a:rPr lang="en-GB" sz="2400">
                <a:solidFill>
                  <a:schemeClr val="dk1"/>
                </a:solidFill>
                <a:latin typeface="Calibri"/>
                <a:ea typeface="Calibri"/>
                <a:cs typeface="Calibri"/>
                <a:sym typeface="Calibri"/>
              </a:rPr>
              <a:t>kromcm&amp;’</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pic>
        <p:nvPicPr>
          <p:cNvPr id="200" name="Google Shape;200;p10"/>
          <p:cNvPicPr preferRelativeResize="0"/>
          <p:nvPr/>
        </p:nvPicPr>
        <p:blipFill rotWithShape="1">
          <a:blip r:embed="rId3">
            <a:alphaModFix/>
          </a:blip>
          <a:srcRect b="0" l="0" r="0" t="0"/>
          <a:stretch/>
        </p:blipFill>
        <p:spPr>
          <a:xfrm>
            <a:off x="10202970" y="1026787"/>
            <a:ext cx="1307727" cy="1307727"/>
          </a:xfrm>
          <a:prstGeom prst="rect">
            <a:avLst/>
          </a:prstGeom>
          <a:noFill/>
          <a:ln>
            <a:noFill/>
          </a:ln>
        </p:spPr>
      </p:pic>
      <p:sp>
        <p:nvSpPr>
          <p:cNvPr id="201" name="Google Shape;201;p10"/>
          <p:cNvSpPr/>
          <p:nvPr/>
        </p:nvSpPr>
        <p:spPr>
          <a:xfrm>
            <a:off x="0" y="43934"/>
            <a:ext cx="184731" cy="369332"/>
          </a:xfrm>
          <a:prstGeom prst="rect">
            <a:avLst/>
          </a:prstGeom>
          <a:solidFill>
            <a:srgbClr val="F8F9FA"/>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aphicFrame>
        <p:nvGraphicFramePr>
          <p:cNvPr id="202" name="Google Shape;202;p10"/>
          <p:cNvGraphicFramePr/>
          <p:nvPr/>
        </p:nvGraphicFramePr>
        <p:xfrm>
          <a:off x="3152589" y="2714888"/>
          <a:ext cx="3000000" cy="3000000"/>
        </p:xfrm>
        <a:graphic>
          <a:graphicData uri="http://schemas.openxmlformats.org/drawingml/2006/table">
            <a:tbl>
              <a:tblPr bandRow="1" firstRow="1">
                <a:noFill/>
                <a:tableStyleId>{8E68E55E-5B9F-4CBF-B0FA-E5EBBC8F1E69}</a:tableStyleId>
              </a:tblPr>
              <a:tblGrid>
                <a:gridCol w="3733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tblGrid>
              <a:tr h="224425">
                <a:tc>
                  <a:txBody>
                    <a:bodyPr/>
                    <a:lstStyle/>
                    <a:p>
                      <a:pPr indent="0" lvl="0" marL="0" marR="0" rtl="0" algn="ctr">
                        <a:spcBef>
                          <a:spcPts val="0"/>
                        </a:spcBef>
                        <a:spcAft>
                          <a:spcPts val="0"/>
                        </a:spcAft>
                        <a:buNone/>
                      </a:pPr>
                      <a:r>
                        <a:rPr lang="en-GB" sz="1800"/>
                        <a:t>A</a:t>
                      </a:r>
                      <a:endParaRPr/>
                    </a:p>
                  </a:txBody>
                  <a:tcPr marT="45725" marB="45725" marR="91450" marL="91450">
                    <a:noFill/>
                  </a:tcPr>
                </a:tc>
                <a:tc>
                  <a:txBody>
                    <a:bodyPr/>
                    <a:lstStyle/>
                    <a:p>
                      <a:pPr indent="0" lvl="0" marL="0" marR="0" rtl="0" algn="ctr">
                        <a:spcBef>
                          <a:spcPts val="0"/>
                        </a:spcBef>
                        <a:spcAft>
                          <a:spcPts val="0"/>
                        </a:spcAft>
                        <a:buNone/>
                      </a:pPr>
                      <a:r>
                        <a:rPr lang="en-GB" sz="1800"/>
                        <a:t>B</a:t>
                      </a:r>
                      <a:endParaRPr/>
                    </a:p>
                  </a:txBody>
                  <a:tcPr marT="45725" marB="45725" marR="91450" marL="91450">
                    <a:noFill/>
                  </a:tcPr>
                </a:tc>
                <a:tc>
                  <a:txBody>
                    <a:bodyPr/>
                    <a:lstStyle/>
                    <a:p>
                      <a:pPr indent="0" lvl="0" marL="0" marR="0" rtl="0" algn="ctr">
                        <a:spcBef>
                          <a:spcPts val="0"/>
                        </a:spcBef>
                        <a:spcAft>
                          <a:spcPts val="0"/>
                        </a:spcAft>
                        <a:buNone/>
                      </a:pPr>
                      <a:r>
                        <a:rPr lang="en-GB" sz="1800"/>
                        <a:t>C</a:t>
                      </a:r>
                      <a:endParaRPr/>
                    </a:p>
                  </a:txBody>
                  <a:tcPr marT="45725" marB="45725" marR="91450" marL="91450">
                    <a:noFill/>
                  </a:tcPr>
                </a:tc>
                <a:tc>
                  <a:txBody>
                    <a:bodyPr/>
                    <a:lstStyle/>
                    <a:p>
                      <a:pPr indent="0" lvl="0" marL="0" marR="0" rtl="0" algn="ctr">
                        <a:spcBef>
                          <a:spcPts val="0"/>
                        </a:spcBef>
                        <a:spcAft>
                          <a:spcPts val="0"/>
                        </a:spcAft>
                        <a:buNone/>
                      </a:pPr>
                      <a:r>
                        <a:rPr lang="en-GB" sz="1800"/>
                        <a:t>D</a:t>
                      </a:r>
                      <a:endParaRPr/>
                    </a:p>
                  </a:txBody>
                  <a:tcPr marT="45725" marB="45725" marR="91450" marL="91450">
                    <a:noFill/>
                  </a:tcPr>
                </a:tc>
                <a:tc>
                  <a:txBody>
                    <a:bodyPr/>
                    <a:lstStyle/>
                    <a:p>
                      <a:pPr indent="0" lvl="0" marL="0" marR="0" rtl="0" algn="ctr">
                        <a:spcBef>
                          <a:spcPts val="0"/>
                        </a:spcBef>
                        <a:spcAft>
                          <a:spcPts val="0"/>
                        </a:spcAft>
                        <a:buNone/>
                      </a:pPr>
                      <a:r>
                        <a:rPr lang="en-GB" sz="1800"/>
                        <a:t>E</a:t>
                      </a:r>
                      <a:endParaRPr/>
                    </a:p>
                  </a:txBody>
                  <a:tcPr marT="45725" marB="45725" marR="91450" marL="91450">
                    <a:noFill/>
                  </a:tcPr>
                </a:tc>
                <a:tc>
                  <a:txBody>
                    <a:bodyPr/>
                    <a:lstStyle/>
                    <a:p>
                      <a:pPr indent="0" lvl="0" marL="0" marR="0" rtl="0" algn="ctr">
                        <a:spcBef>
                          <a:spcPts val="0"/>
                        </a:spcBef>
                        <a:spcAft>
                          <a:spcPts val="0"/>
                        </a:spcAft>
                        <a:buNone/>
                      </a:pPr>
                      <a:r>
                        <a:rPr lang="en-GB" sz="1800"/>
                        <a:t>F</a:t>
                      </a:r>
                      <a:endParaRPr/>
                    </a:p>
                  </a:txBody>
                  <a:tcPr marT="45725" marB="45725" marR="91450" marL="91450">
                    <a:noFill/>
                  </a:tcPr>
                </a:tc>
                <a:tc>
                  <a:txBody>
                    <a:bodyPr/>
                    <a:lstStyle/>
                    <a:p>
                      <a:pPr indent="0" lvl="0" marL="0" marR="0" rtl="0" algn="ctr">
                        <a:spcBef>
                          <a:spcPts val="0"/>
                        </a:spcBef>
                        <a:spcAft>
                          <a:spcPts val="0"/>
                        </a:spcAft>
                        <a:buNone/>
                      </a:pPr>
                      <a:r>
                        <a:rPr lang="en-GB" sz="1800"/>
                        <a:t>G</a:t>
                      </a:r>
                      <a:endParaRPr/>
                    </a:p>
                  </a:txBody>
                  <a:tcPr marT="45725" marB="45725" marR="91450" marL="91450">
                    <a:noFill/>
                  </a:tcPr>
                </a:tc>
                <a:tc>
                  <a:txBody>
                    <a:bodyPr/>
                    <a:lstStyle/>
                    <a:p>
                      <a:pPr indent="0" lvl="0" marL="0" marR="0" rtl="0" algn="ctr">
                        <a:spcBef>
                          <a:spcPts val="0"/>
                        </a:spcBef>
                        <a:spcAft>
                          <a:spcPts val="0"/>
                        </a:spcAft>
                        <a:buNone/>
                      </a:pPr>
                      <a:r>
                        <a:rPr lang="en-GB" sz="1800"/>
                        <a:t>I</a:t>
                      </a:r>
                      <a:endParaRPr/>
                    </a:p>
                  </a:txBody>
                  <a:tcPr marT="45725" marB="45725" marR="91450" marL="91450">
                    <a:noFill/>
                  </a:tcPr>
                </a:tc>
                <a:tc>
                  <a:txBody>
                    <a:bodyPr/>
                    <a:lstStyle/>
                    <a:p>
                      <a:pPr indent="0" lvl="0" marL="0" marR="0" rtl="0" algn="ctr">
                        <a:spcBef>
                          <a:spcPts val="0"/>
                        </a:spcBef>
                        <a:spcAft>
                          <a:spcPts val="0"/>
                        </a:spcAft>
                        <a:buNone/>
                      </a:pPr>
                      <a:r>
                        <a:rPr lang="en-GB" sz="1800"/>
                        <a:t>L</a:t>
                      </a:r>
                      <a:endParaRPr/>
                    </a:p>
                  </a:txBody>
                  <a:tcPr marT="45725" marB="45725" marR="91450" marL="91450">
                    <a:noFill/>
                  </a:tcPr>
                </a:tc>
                <a:tc>
                  <a:txBody>
                    <a:bodyPr/>
                    <a:lstStyle/>
                    <a:p>
                      <a:pPr indent="0" lvl="0" marL="0" marR="0" rtl="0" algn="ctr">
                        <a:spcBef>
                          <a:spcPts val="0"/>
                        </a:spcBef>
                        <a:spcAft>
                          <a:spcPts val="0"/>
                        </a:spcAft>
                        <a:buNone/>
                      </a:pPr>
                      <a:r>
                        <a:rPr lang="en-GB" sz="1800"/>
                        <a:t>M</a:t>
                      </a:r>
                      <a:endParaRPr/>
                    </a:p>
                  </a:txBody>
                  <a:tcPr marT="45725" marB="45725" marR="91450" marL="91450">
                    <a:noFill/>
                  </a:tcPr>
                </a:tc>
                <a:tc>
                  <a:txBody>
                    <a:bodyPr/>
                    <a:lstStyle/>
                    <a:p>
                      <a:pPr indent="0" lvl="0" marL="0" marR="0" rtl="0" algn="ctr">
                        <a:spcBef>
                          <a:spcPts val="0"/>
                        </a:spcBef>
                        <a:spcAft>
                          <a:spcPts val="0"/>
                        </a:spcAft>
                        <a:buNone/>
                      </a:pPr>
                      <a:r>
                        <a:rPr lang="en-GB" sz="1800"/>
                        <a:t>N</a:t>
                      </a:r>
                      <a:endParaRPr/>
                    </a:p>
                  </a:txBody>
                  <a:tcPr marT="45725" marB="45725" marR="91450" marL="91450">
                    <a:noFill/>
                  </a:tcPr>
                </a:tc>
                <a:tc>
                  <a:txBody>
                    <a:bodyPr/>
                    <a:lstStyle/>
                    <a:p>
                      <a:pPr indent="0" lvl="0" marL="0" marR="0" rtl="0" algn="ctr">
                        <a:spcBef>
                          <a:spcPts val="0"/>
                        </a:spcBef>
                        <a:spcAft>
                          <a:spcPts val="0"/>
                        </a:spcAft>
                        <a:buNone/>
                      </a:pPr>
                      <a:r>
                        <a:rPr lang="en-GB" sz="1800"/>
                        <a:t>O</a:t>
                      </a:r>
                      <a:endParaRPr/>
                    </a:p>
                  </a:txBody>
                  <a:tcPr marT="45725" marB="45725" marR="91450" marL="91450">
                    <a:noFill/>
                  </a:tcPr>
                </a:tc>
                <a:tc>
                  <a:txBody>
                    <a:bodyPr/>
                    <a:lstStyle/>
                    <a:p>
                      <a:pPr indent="0" lvl="0" marL="0" marR="0" rtl="0" algn="ctr">
                        <a:spcBef>
                          <a:spcPts val="0"/>
                        </a:spcBef>
                        <a:spcAft>
                          <a:spcPts val="0"/>
                        </a:spcAft>
                        <a:buNone/>
                      </a:pPr>
                      <a:r>
                        <a:rPr lang="en-GB" sz="1800"/>
                        <a:t>P</a:t>
                      </a:r>
                      <a:endParaRPr/>
                    </a:p>
                  </a:txBody>
                  <a:tcPr marT="45725" marB="45725" marR="91450" marL="91450">
                    <a:noFill/>
                  </a:tcPr>
                </a:tc>
                <a:tc>
                  <a:txBody>
                    <a:bodyPr/>
                    <a:lstStyle/>
                    <a:p>
                      <a:pPr indent="0" lvl="0" marL="0" marR="0" rtl="0" algn="ctr">
                        <a:spcBef>
                          <a:spcPts val="0"/>
                        </a:spcBef>
                        <a:spcAft>
                          <a:spcPts val="0"/>
                        </a:spcAft>
                        <a:buNone/>
                      </a:pPr>
                      <a:r>
                        <a:rPr lang="en-GB" sz="1800"/>
                        <a:t>Q</a:t>
                      </a:r>
                      <a:endParaRPr/>
                    </a:p>
                  </a:txBody>
                  <a:tcPr marT="45725" marB="45725" marR="91450" marL="91450">
                    <a:noFill/>
                  </a:tcPr>
                </a:tc>
                <a:tc>
                  <a:txBody>
                    <a:bodyPr/>
                    <a:lstStyle/>
                    <a:p>
                      <a:pPr indent="0" lvl="0" marL="0" marR="0" rtl="0" algn="ctr">
                        <a:spcBef>
                          <a:spcPts val="0"/>
                        </a:spcBef>
                        <a:spcAft>
                          <a:spcPts val="0"/>
                        </a:spcAft>
                        <a:buNone/>
                      </a:pPr>
                      <a:r>
                        <a:rPr lang="en-GB" sz="1800"/>
                        <a:t>R</a:t>
                      </a:r>
                      <a:endParaRPr/>
                    </a:p>
                  </a:txBody>
                  <a:tcPr marT="45725" marB="45725" marR="91450" marL="91450">
                    <a:noFill/>
                  </a:tcPr>
                </a:tc>
                <a:tc>
                  <a:txBody>
                    <a:bodyPr/>
                    <a:lstStyle/>
                    <a:p>
                      <a:pPr indent="0" lvl="0" marL="0" marR="0" rtl="0" algn="ctr">
                        <a:spcBef>
                          <a:spcPts val="0"/>
                        </a:spcBef>
                        <a:spcAft>
                          <a:spcPts val="0"/>
                        </a:spcAft>
                        <a:buNone/>
                      </a:pPr>
                      <a:r>
                        <a:rPr lang="en-GB" sz="1800"/>
                        <a:t>S</a:t>
                      </a:r>
                      <a:endParaRPr/>
                    </a:p>
                  </a:txBody>
                  <a:tcPr marT="45725" marB="45725" marR="91450" marL="91450">
                    <a:noFill/>
                  </a:tcPr>
                </a:tc>
                <a:tc>
                  <a:txBody>
                    <a:bodyPr/>
                    <a:lstStyle/>
                    <a:p>
                      <a:pPr indent="0" lvl="0" marL="0" marR="0" rtl="0" algn="ctr">
                        <a:spcBef>
                          <a:spcPts val="0"/>
                        </a:spcBef>
                        <a:spcAft>
                          <a:spcPts val="0"/>
                        </a:spcAft>
                        <a:buNone/>
                      </a:pPr>
                      <a:r>
                        <a:rPr lang="en-GB" sz="1800"/>
                        <a:t>T</a:t>
                      </a:r>
                      <a:endParaRPr/>
                    </a:p>
                  </a:txBody>
                  <a:tcPr marT="45725" marB="45725" marR="91450" marL="91450">
                    <a:noFill/>
                  </a:tcPr>
                </a:tc>
                <a:tc>
                  <a:txBody>
                    <a:bodyPr/>
                    <a:lstStyle/>
                    <a:p>
                      <a:pPr indent="0" lvl="0" marL="0" marR="0" rtl="0" algn="ctr">
                        <a:spcBef>
                          <a:spcPts val="0"/>
                        </a:spcBef>
                        <a:spcAft>
                          <a:spcPts val="0"/>
                        </a:spcAft>
                        <a:buNone/>
                      </a:pPr>
                      <a:r>
                        <a:rPr lang="en-GB" sz="1800"/>
                        <a:t>V</a:t>
                      </a:r>
                      <a:endParaRPr/>
                    </a:p>
                  </a:txBody>
                  <a:tcPr marT="45725" marB="45725" marR="91450" marL="91450">
                    <a:noFill/>
                  </a:tcPr>
                </a:tc>
                <a:tc>
                  <a:txBody>
                    <a:bodyPr/>
                    <a:lstStyle/>
                    <a:p>
                      <a:pPr indent="0" lvl="0" marL="0" marR="0" rtl="0" algn="ctr">
                        <a:spcBef>
                          <a:spcPts val="0"/>
                        </a:spcBef>
                        <a:spcAft>
                          <a:spcPts val="0"/>
                        </a:spcAft>
                        <a:buNone/>
                      </a:pPr>
                      <a:r>
                        <a:rPr lang="en-GB" sz="1800"/>
                        <a:t>X</a:t>
                      </a:r>
                      <a:endParaRPr/>
                    </a:p>
                  </a:txBody>
                  <a:tcPr marT="45725" marB="45725" marR="91450" marL="91450">
                    <a:noFill/>
                  </a:tcPr>
                </a:tc>
                <a:tc>
                  <a:txBody>
                    <a:bodyPr/>
                    <a:lstStyle/>
                    <a:p>
                      <a:pPr indent="0" lvl="0" marL="0" marR="0" rtl="0" algn="ctr">
                        <a:spcBef>
                          <a:spcPts val="0"/>
                        </a:spcBef>
                        <a:spcAft>
                          <a:spcPts val="0"/>
                        </a:spcAft>
                        <a:buNone/>
                      </a:pPr>
                      <a:r>
                        <a:rPr lang="en-GB" sz="1800"/>
                        <a:t>Z</a:t>
                      </a:r>
                      <a:endParaRPr/>
                    </a:p>
                  </a:txBody>
                  <a:tcPr marT="45725" marB="45725" marR="91450" marL="91450">
                    <a:noFill/>
                  </a:tcPr>
                </a:tc>
                <a:tc>
                  <a:txBody>
                    <a:bodyPr/>
                    <a:lstStyle/>
                    <a:p>
                      <a:pPr indent="0" lvl="0" marL="0" marR="0" rtl="0" algn="ctr">
                        <a:spcBef>
                          <a:spcPts val="0"/>
                        </a:spcBef>
                        <a:spcAft>
                          <a:spcPts val="0"/>
                        </a:spcAft>
                        <a:buNone/>
                      </a:pPr>
                      <a:r>
                        <a:rPr lang="en-GB" sz="1800"/>
                        <a:t>1</a:t>
                      </a:r>
                      <a:endParaRPr/>
                    </a:p>
                  </a:txBody>
                  <a:tcPr marT="45725" marB="45725" marR="91450" marL="91450">
                    <a:noFill/>
                  </a:tcPr>
                </a:tc>
                <a:tc>
                  <a:txBody>
                    <a:bodyPr/>
                    <a:lstStyle/>
                    <a:p>
                      <a:pPr indent="0" lvl="0" marL="0" marR="0" rtl="0" algn="ctr">
                        <a:spcBef>
                          <a:spcPts val="0"/>
                        </a:spcBef>
                        <a:spcAft>
                          <a:spcPts val="0"/>
                        </a:spcAft>
                        <a:buNone/>
                      </a:pPr>
                      <a:r>
                        <a:rPr lang="en-GB" sz="1800"/>
                        <a:t>2</a:t>
                      </a:r>
                      <a:endParaRPr/>
                    </a:p>
                  </a:txBody>
                  <a:tcPr marT="45725" marB="45725" marR="91450" marL="91450">
                    <a:noFill/>
                  </a:tcPr>
                </a:tc>
                <a:tc>
                  <a:txBody>
                    <a:bodyPr/>
                    <a:lstStyle/>
                    <a:p>
                      <a:pPr indent="0" lvl="0" marL="0" marR="0" rtl="0" algn="ctr">
                        <a:spcBef>
                          <a:spcPts val="0"/>
                        </a:spcBef>
                        <a:spcAft>
                          <a:spcPts val="0"/>
                        </a:spcAft>
                        <a:buNone/>
                      </a:pPr>
                      <a:r>
                        <a:rPr lang="en-GB" sz="1800"/>
                        <a:t>3</a:t>
                      </a:r>
                      <a:endParaRPr/>
                    </a:p>
                  </a:txBody>
                  <a:tcPr marT="45725" marB="45725" marR="91450" marL="91450">
                    <a:noFill/>
                  </a:tcPr>
                </a:tc>
                <a:tc>
                  <a:txBody>
                    <a:bodyPr/>
                    <a:lstStyle/>
                    <a:p>
                      <a:pPr indent="0" lvl="0" marL="0" marR="0" rtl="0" algn="ctr">
                        <a:spcBef>
                          <a:spcPts val="0"/>
                        </a:spcBef>
                        <a:spcAft>
                          <a:spcPts val="0"/>
                        </a:spcAft>
                        <a:buNone/>
                      </a:pPr>
                      <a:r>
                        <a:rPr lang="en-GB" sz="1800"/>
                        <a:t>4</a:t>
                      </a:r>
                      <a:endParaRPr/>
                    </a:p>
                  </a:txBody>
                  <a:tcPr marT="45725" marB="45725" marR="91450" marL="91450">
                    <a:noFill/>
                  </a:tcPr>
                </a:tc>
              </a:tr>
              <a:tr h="224425">
                <a:tc>
                  <a:txBody>
                    <a:bodyPr/>
                    <a:lstStyle/>
                    <a:p>
                      <a:pPr indent="0" lvl="0" marL="0" marR="0" rtl="0" algn="ctr">
                        <a:spcBef>
                          <a:spcPts val="0"/>
                        </a:spcBef>
                        <a:spcAft>
                          <a:spcPts val="0"/>
                        </a:spcAft>
                        <a:buNone/>
                      </a:pPr>
                      <a:r>
                        <a:rPr lang="en-GB" sz="1800" cap="none"/>
                        <a:t>g</a:t>
                      </a:r>
                      <a:endParaRPr/>
                    </a:p>
                  </a:txBody>
                  <a:tcPr marT="45725" marB="45725" marR="91450" marL="91450">
                    <a:noFill/>
                  </a:tcPr>
                </a:tc>
                <a:tc>
                  <a:txBody>
                    <a:bodyPr/>
                    <a:lstStyle/>
                    <a:p>
                      <a:pPr indent="0" lvl="0" marL="0" marR="0" rtl="0" algn="ctr">
                        <a:spcBef>
                          <a:spcPts val="0"/>
                        </a:spcBef>
                        <a:spcAft>
                          <a:spcPts val="0"/>
                        </a:spcAft>
                        <a:buNone/>
                      </a:pPr>
                      <a:r>
                        <a:rPr lang="en-GB" sz="1800" cap="none"/>
                        <a:t>k</a:t>
                      </a:r>
                      <a:endParaRPr/>
                    </a:p>
                  </a:txBody>
                  <a:tcPr marT="45725" marB="45725" marR="91450" marL="91450">
                    <a:noFill/>
                  </a:tcPr>
                </a:tc>
                <a:tc>
                  <a:txBody>
                    <a:bodyPr/>
                    <a:lstStyle/>
                    <a:p>
                      <a:pPr indent="0" lvl="0" marL="0" marR="0" rtl="0" algn="ctr">
                        <a:spcBef>
                          <a:spcPts val="0"/>
                        </a:spcBef>
                        <a:spcAft>
                          <a:spcPts val="0"/>
                        </a:spcAft>
                        <a:buNone/>
                      </a:pPr>
                      <a:r>
                        <a:rPr lang="en-GB" sz="1800" cap="none"/>
                        <a:t>l</a:t>
                      </a:r>
                      <a:endParaRPr/>
                    </a:p>
                  </a:txBody>
                  <a:tcPr marT="45725" marB="45725" marR="91450" marL="91450">
                    <a:noFill/>
                  </a:tcPr>
                </a:tc>
                <a:tc>
                  <a:txBody>
                    <a:bodyPr/>
                    <a:lstStyle/>
                    <a:p>
                      <a:pPr indent="0" lvl="0" marL="0" marR="0" rtl="0" algn="ctr">
                        <a:spcBef>
                          <a:spcPts val="0"/>
                        </a:spcBef>
                        <a:spcAft>
                          <a:spcPts val="0"/>
                        </a:spcAft>
                        <a:buNone/>
                      </a:pPr>
                      <a:r>
                        <a:rPr lang="en-GB" sz="1800" cap="none"/>
                        <a:t>n</a:t>
                      </a:r>
                      <a:endParaRPr/>
                    </a:p>
                  </a:txBody>
                  <a:tcPr marT="45725" marB="45725" marR="91450" marL="91450">
                    <a:noFill/>
                  </a:tcPr>
                </a:tc>
                <a:tc>
                  <a:txBody>
                    <a:bodyPr/>
                    <a:lstStyle/>
                    <a:p>
                      <a:pPr indent="0" lvl="0" marL="0" marR="0" rtl="0" algn="ctr">
                        <a:spcBef>
                          <a:spcPts val="0"/>
                        </a:spcBef>
                        <a:spcAft>
                          <a:spcPts val="0"/>
                        </a:spcAft>
                        <a:buNone/>
                      </a:pPr>
                      <a:r>
                        <a:rPr lang="en-GB" sz="1800" cap="none"/>
                        <a:t>p</a:t>
                      </a:r>
                      <a:endParaRPr/>
                    </a:p>
                  </a:txBody>
                  <a:tcPr marT="45725" marB="45725" marR="91450" marL="91450">
                    <a:noFill/>
                  </a:tcPr>
                </a:tc>
                <a:tc>
                  <a:txBody>
                    <a:bodyPr/>
                    <a:lstStyle/>
                    <a:p>
                      <a:pPr indent="0" lvl="0" marL="0" marR="0" rtl="0" algn="ctr">
                        <a:spcBef>
                          <a:spcPts val="0"/>
                        </a:spcBef>
                        <a:spcAft>
                          <a:spcPts val="0"/>
                        </a:spcAft>
                        <a:buNone/>
                      </a:pPr>
                      <a:r>
                        <a:rPr lang="en-GB" sz="1800" cap="none"/>
                        <a:t>r</a:t>
                      </a:r>
                      <a:endParaRPr/>
                    </a:p>
                  </a:txBody>
                  <a:tcPr marT="45725" marB="45725" marR="91450" marL="91450">
                    <a:noFill/>
                  </a:tcPr>
                </a:tc>
                <a:tc>
                  <a:txBody>
                    <a:bodyPr/>
                    <a:lstStyle/>
                    <a:p>
                      <a:pPr indent="0" lvl="0" marL="0" marR="0" rtl="0" algn="ctr">
                        <a:spcBef>
                          <a:spcPts val="0"/>
                        </a:spcBef>
                        <a:spcAft>
                          <a:spcPts val="0"/>
                        </a:spcAft>
                        <a:buNone/>
                      </a:pPr>
                      <a:r>
                        <a:rPr lang="en-GB" sz="1800" cap="none"/>
                        <a:t>t</a:t>
                      </a:r>
                      <a:endParaRPr/>
                    </a:p>
                  </a:txBody>
                  <a:tcPr marT="45725" marB="45725" marR="91450" marL="91450">
                    <a:noFill/>
                  </a:tcPr>
                </a:tc>
                <a:tc>
                  <a:txBody>
                    <a:bodyPr/>
                    <a:lstStyle/>
                    <a:p>
                      <a:pPr indent="0" lvl="0" marL="0" marR="0" rtl="0" algn="ctr">
                        <a:spcBef>
                          <a:spcPts val="0"/>
                        </a:spcBef>
                        <a:spcAft>
                          <a:spcPts val="0"/>
                        </a:spcAft>
                        <a:buNone/>
                      </a:pPr>
                      <a:r>
                        <a:rPr lang="en-GB" sz="1800" cap="none"/>
                        <a:t>v</a:t>
                      </a:r>
                      <a:endParaRPr/>
                    </a:p>
                  </a:txBody>
                  <a:tcPr marT="45725" marB="45725" marR="91450" marL="91450">
                    <a:noFill/>
                  </a:tcPr>
                </a:tc>
                <a:tc>
                  <a:txBody>
                    <a:bodyPr/>
                    <a:lstStyle/>
                    <a:p>
                      <a:pPr indent="0" lvl="0" marL="0" marR="0" rtl="0" algn="ctr">
                        <a:spcBef>
                          <a:spcPts val="0"/>
                        </a:spcBef>
                        <a:spcAft>
                          <a:spcPts val="0"/>
                        </a:spcAft>
                        <a:buNone/>
                      </a:pPr>
                      <a:r>
                        <a:rPr lang="en-GB" sz="1800" cap="none"/>
                        <a:t>z</a:t>
                      </a:r>
                      <a:endParaRPr/>
                    </a:p>
                  </a:txBody>
                  <a:tcPr marT="45725" marB="45725" marR="91450" marL="91450">
                    <a:noFill/>
                  </a:tcPr>
                </a:tc>
                <a:tc>
                  <a:txBody>
                    <a:bodyPr/>
                    <a:lstStyle/>
                    <a:p>
                      <a:pPr indent="0" lvl="0" marL="0" marR="0" rtl="0" algn="ctr">
                        <a:spcBef>
                          <a:spcPts val="0"/>
                        </a:spcBef>
                        <a:spcAft>
                          <a:spcPts val="0"/>
                        </a:spcAft>
                        <a:buNone/>
                      </a:pPr>
                      <a:r>
                        <a:rPr lang="en-GB" sz="1800" cap="none"/>
                        <a:t>&amp;</a:t>
                      </a:r>
                      <a:endParaRPr/>
                    </a:p>
                  </a:txBody>
                  <a:tcPr marT="45725" marB="45725" marR="91450" marL="91450">
                    <a:noFill/>
                  </a:tcPr>
                </a:tc>
                <a:tc>
                  <a:txBody>
                    <a:bodyPr/>
                    <a:lstStyle/>
                    <a:p>
                      <a:pPr indent="0" lvl="0" marL="0" marR="0" rtl="0" algn="ctr">
                        <a:spcBef>
                          <a:spcPts val="0"/>
                        </a:spcBef>
                        <a:spcAft>
                          <a:spcPts val="0"/>
                        </a:spcAft>
                        <a:buNone/>
                      </a:pPr>
                      <a:r>
                        <a:rPr lang="en-GB" sz="1800" cap="none"/>
                        <a:t>x</a:t>
                      </a:r>
                      <a:endParaRPr/>
                    </a:p>
                  </a:txBody>
                  <a:tcPr marT="45725" marB="45725" marR="91450" marL="91450">
                    <a:noFill/>
                  </a:tcPr>
                </a:tc>
                <a:tc>
                  <a:txBody>
                    <a:bodyPr/>
                    <a:lstStyle/>
                    <a:p>
                      <a:pPr indent="0" lvl="0" marL="0" marR="0" rtl="0" algn="ctr">
                        <a:spcBef>
                          <a:spcPts val="0"/>
                        </a:spcBef>
                        <a:spcAft>
                          <a:spcPts val="0"/>
                        </a:spcAft>
                        <a:buNone/>
                      </a:pPr>
                      <a:r>
                        <a:rPr lang="en-GB" sz="1800" cap="none"/>
                        <a:t>y</a:t>
                      </a:r>
                      <a:endParaRPr/>
                    </a:p>
                  </a:txBody>
                  <a:tcPr marT="45725" marB="45725" marR="91450" marL="91450">
                    <a:noFill/>
                  </a:tcPr>
                </a:tc>
                <a:tc>
                  <a:txBody>
                    <a:bodyPr/>
                    <a:lstStyle/>
                    <a:p>
                      <a:pPr indent="0" lvl="0" marL="0" marR="0" rtl="0" algn="ctr">
                        <a:spcBef>
                          <a:spcPts val="0"/>
                        </a:spcBef>
                        <a:spcAft>
                          <a:spcPts val="0"/>
                        </a:spcAft>
                        <a:buNone/>
                      </a:pPr>
                      <a:r>
                        <a:rPr lang="en-GB" sz="1800" cap="none"/>
                        <a:t>s</a:t>
                      </a:r>
                      <a:endParaRPr/>
                    </a:p>
                  </a:txBody>
                  <a:tcPr marT="45725" marB="45725" marR="91450" marL="91450">
                    <a:noFill/>
                  </a:tcPr>
                </a:tc>
                <a:tc>
                  <a:txBody>
                    <a:bodyPr/>
                    <a:lstStyle/>
                    <a:p>
                      <a:pPr indent="0" lvl="0" marL="0" marR="0" rtl="0" algn="ctr">
                        <a:spcBef>
                          <a:spcPts val="0"/>
                        </a:spcBef>
                        <a:spcAft>
                          <a:spcPts val="0"/>
                        </a:spcAft>
                        <a:buNone/>
                      </a:pPr>
                      <a:r>
                        <a:rPr lang="en-GB" sz="1800" cap="none"/>
                        <a:t>o</a:t>
                      </a:r>
                      <a:endParaRPr/>
                    </a:p>
                  </a:txBody>
                  <a:tcPr marT="45725" marB="45725" marR="91450" marL="91450">
                    <a:noFill/>
                  </a:tcPr>
                </a:tc>
                <a:tc>
                  <a:txBody>
                    <a:bodyPr/>
                    <a:lstStyle/>
                    <a:p>
                      <a:pPr indent="0" lvl="0" marL="0" marR="0" rtl="0" algn="ctr">
                        <a:spcBef>
                          <a:spcPts val="0"/>
                        </a:spcBef>
                        <a:spcAft>
                          <a:spcPts val="0"/>
                        </a:spcAft>
                        <a:buNone/>
                      </a:pPr>
                      <a:r>
                        <a:rPr lang="en-GB" sz="1800" cap="none"/>
                        <a:t>m</a:t>
                      </a:r>
                      <a:endParaRPr/>
                    </a:p>
                  </a:txBody>
                  <a:tcPr marT="45725" marB="45725" marR="91450" marL="91450">
                    <a:noFill/>
                  </a:tcPr>
                </a:tc>
                <a:tc>
                  <a:txBody>
                    <a:bodyPr/>
                    <a:lstStyle/>
                    <a:p>
                      <a:pPr indent="0" lvl="0" marL="0" marR="0" rtl="0" algn="ctr">
                        <a:spcBef>
                          <a:spcPts val="0"/>
                        </a:spcBef>
                        <a:spcAft>
                          <a:spcPts val="0"/>
                        </a:spcAft>
                        <a:buNone/>
                      </a:pPr>
                      <a:r>
                        <a:rPr lang="en-GB" sz="1800" cap="none"/>
                        <a:t>q</a:t>
                      </a:r>
                      <a:endParaRPr/>
                    </a:p>
                  </a:txBody>
                  <a:tcPr marT="45725" marB="45725" marR="91450" marL="91450">
                    <a:noFill/>
                  </a:tcPr>
                </a:tc>
                <a:tc>
                  <a:txBody>
                    <a:bodyPr/>
                    <a:lstStyle/>
                    <a:p>
                      <a:pPr indent="0" lvl="0" marL="0" marR="0" rtl="0" algn="ctr">
                        <a:spcBef>
                          <a:spcPts val="0"/>
                        </a:spcBef>
                        <a:spcAft>
                          <a:spcPts val="0"/>
                        </a:spcAft>
                        <a:buNone/>
                      </a:pPr>
                      <a:r>
                        <a:rPr lang="en-GB" sz="1800" cap="none"/>
                        <a:t>i</a:t>
                      </a:r>
                      <a:endParaRPr sz="1800" cap="none"/>
                    </a:p>
                  </a:txBody>
                  <a:tcPr marT="45725" marB="45725" marR="91450" marL="91450">
                    <a:noFill/>
                  </a:tcPr>
                </a:tc>
                <a:tc>
                  <a:txBody>
                    <a:bodyPr/>
                    <a:lstStyle/>
                    <a:p>
                      <a:pPr indent="0" lvl="0" marL="0" marR="0" rtl="0" algn="ctr">
                        <a:spcBef>
                          <a:spcPts val="0"/>
                        </a:spcBef>
                        <a:spcAft>
                          <a:spcPts val="0"/>
                        </a:spcAft>
                        <a:buNone/>
                      </a:pPr>
                      <a:r>
                        <a:rPr lang="en-GB" sz="1800" cap="none"/>
                        <a:t>h</a:t>
                      </a:r>
                      <a:endParaRPr/>
                    </a:p>
                  </a:txBody>
                  <a:tcPr marT="45725" marB="45725" marR="91450" marL="91450">
                    <a:noFill/>
                  </a:tcPr>
                </a:tc>
                <a:tc>
                  <a:txBody>
                    <a:bodyPr/>
                    <a:lstStyle/>
                    <a:p>
                      <a:pPr indent="0" lvl="0" marL="0" marR="0" rtl="0" algn="ctr">
                        <a:spcBef>
                          <a:spcPts val="0"/>
                        </a:spcBef>
                        <a:spcAft>
                          <a:spcPts val="0"/>
                        </a:spcAft>
                        <a:buNone/>
                      </a:pPr>
                      <a:r>
                        <a:rPr lang="en-GB" sz="1800" cap="none"/>
                        <a:t>f</a:t>
                      </a:r>
                      <a:endParaRPr/>
                    </a:p>
                  </a:txBody>
                  <a:tcPr marT="45725" marB="45725" marR="91450" marL="91450">
                    <a:noFill/>
                  </a:tcPr>
                </a:tc>
                <a:tc>
                  <a:txBody>
                    <a:bodyPr/>
                    <a:lstStyle/>
                    <a:p>
                      <a:pPr indent="0" lvl="0" marL="0" marR="0" rtl="0" algn="ctr">
                        <a:spcBef>
                          <a:spcPts val="0"/>
                        </a:spcBef>
                        <a:spcAft>
                          <a:spcPts val="0"/>
                        </a:spcAft>
                        <a:buNone/>
                      </a:pPr>
                      <a:r>
                        <a:rPr lang="en-GB" sz="1800" cap="none"/>
                        <a:t>d</a:t>
                      </a:r>
                      <a:endParaRPr/>
                    </a:p>
                  </a:txBody>
                  <a:tcPr marT="45725" marB="45725" marR="91450" marL="91450">
                    <a:noFill/>
                  </a:tcPr>
                </a:tc>
                <a:tc>
                  <a:txBody>
                    <a:bodyPr/>
                    <a:lstStyle/>
                    <a:p>
                      <a:pPr indent="0" lvl="0" marL="0" marR="0" rtl="0" algn="ctr">
                        <a:spcBef>
                          <a:spcPts val="0"/>
                        </a:spcBef>
                        <a:spcAft>
                          <a:spcPts val="0"/>
                        </a:spcAft>
                        <a:buNone/>
                      </a:pPr>
                      <a:r>
                        <a:rPr lang="en-GB" sz="1800" cap="none"/>
                        <a:t>b</a:t>
                      </a:r>
                      <a:endParaRPr/>
                    </a:p>
                  </a:txBody>
                  <a:tcPr marT="45725" marB="45725" marR="91450" marL="91450">
                    <a:noFill/>
                  </a:tcPr>
                </a:tc>
                <a:tc>
                  <a:txBody>
                    <a:bodyPr/>
                    <a:lstStyle/>
                    <a:p>
                      <a:pPr indent="0" lvl="0" marL="0" marR="0" rtl="0" algn="ctr">
                        <a:spcBef>
                          <a:spcPts val="0"/>
                        </a:spcBef>
                        <a:spcAft>
                          <a:spcPts val="0"/>
                        </a:spcAft>
                        <a:buNone/>
                      </a:pPr>
                      <a:r>
                        <a:rPr lang="en-GB" sz="1800" cap="none"/>
                        <a:t>a</a:t>
                      </a:r>
                      <a:endParaRPr/>
                    </a:p>
                  </a:txBody>
                  <a:tcPr marT="45725" marB="45725" marR="91450" marL="91450">
                    <a:noFill/>
                  </a:tcPr>
                </a:tc>
                <a:tc>
                  <a:txBody>
                    <a:bodyPr/>
                    <a:lstStyle/>
                    <a:p>
                      <a:pPr indent="0" lvl="0" marL="0" marR="0" rtl="0" algn="ctr">
                        <a:spcBef>
                          <a:spcPts val="0"/>
                        </a:spcBef>
                        <a:spcAft>
                          <a:spcPts val="0"/>
                        </a:spcAft>
                        <a:buNone/>
                      </a:pPr>
                      <a:r>
                        <a:rPr lang="en-GB" sz="1800" cap="none"/>
                        <a:t>c</a:t>
                      </a:r>
                      <a:endParaRPr/>
                    </a:p>
                  </a:txBody>
                  <a:tcPr marT="45725" marB="45725" marR="91450" marL="91450">
                    <a:noFill/>
                  </a:tcPr>
                </a:tc>
                <a:tc>
                  <a:txBody>
                    <a:bodyPr/>
                    <a:lstStyle/>
                    <a:p>
                      <a:pPr indent="0" lvl="0" marL="0" marR="0" rtl="0" algn="ctr">
                        <a:spcBef>
                          <a:spcPts val="0"/>
                        </a:spcBef>
                        <a:spcAft>
                          <a:spcPts val="0"/>
                        </a:spcAft>
                        <a:buNone/>
                      </a:pPr>
                      <a:r>
                        <a:rPr lang="en-GB" sz="1800" cap="none"/>
                        <a:t>e</a:t>
                      </a:r>
                      <a:endParaRPr/>
                    </a:p>
                  </a:txBody>
                  <a:tcPr marT="45725" marB="45725" marR="91450" marL="91450">
                    <a:noFill/>
                  </a:tcPr>
                </a:tc>
              </a:tr>
            </a:tbl>
          </a:graphicData>
        </a:graphic>
      </p:graphicFrame>
      <p:sp>
        <p:nvSpPr>
          <p:cNvPr id="203" name="Google Shape;203;p10"/>
          <p:cNvSpPr txBox="1"/>
          <p:nvPr/>
        </p:nvSpPr>
        <p:spPr>
          <a:xfrm>
            <a:off x="2227322" y="3509524"/>
            <a:ext cx="7473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indice</a:t>
            </a:r>
            <a:endParaRPr sz="1800">
              <a:solidFill>
                <a:srgbClr val="FF0000"/>
              </a:solidFill>
              <a:latin typeface="Calibri"/>
              <a:ea typeface="Calibri"/>
              <a:cs typeface="Calibri"/>
              <a:sym typeface="Calibri"/>
            </a:endParaRPr>
          </a:p>
        </p:txBody>
      </p:sp>
      <p:sp>
        <p:nvSpPr>
          <p:cNvPr id="204" name="Google Shape;204;p10"/>
          <p:cNvSpPr txBox="1"/>
          <p:nvPr/>
        </p:nvSpPr>
        <p:spPr>
          <a:xfrm>
            <a:off x="3752429" y="3535964"/>
            <a:ext cx="189660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rotazione alfabeto</a:t>
            </a:r>
            <a:endParaRPr sz="1800">
              <a:solidFill>
                <a:srgbClr val="FF0000"/>
              </a:solidFill>
              <a:latin typeface="Calibri"/>
              <a:ea typeface="Calibri"/>
              <a:cs typeface="Calibri"/>
              <a:sym typeface="Calibri"/>
            </a:endParaRPr>
          </a:p>
        </p:txBody>
      </p:sp>
      <p:graphicFrame>
        <p:nvGraphicFramePr>
          <p:cNvPr id="205" name="Google Shape;205;p10"/>
          <p:cNvGraphicFramePr/>
          <p:nvPr/>
        </p:nvGraphicFramePr>
        <p:xfrm>
          <a:off x="3152588" y="4519264"/>
          <a:ext cx="3000000" cy="3000000"/>
        </p:xfrm>
        <a:graphic>
          <a:graphicData uri="http://schemas.openxmlformats.org/drawingml/2006/table">
            <a:tbl>
              <a:tblPr bandRow="1" firstRow="1">
                <a:noFill/>
                <a:tableStyleId>{8E68E55E-5B9F-4CBF-B0FA-E5EBBC8F1E69}</a:tableStyleId>
              </a:tblPr>
              <a:tblGrid>
                <a:gridCol w="3733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tblGrid>
              <a:tr h="370850">
                <a:tc>
                  <a:txBody>
                    <a:bodyPr/>
                    <a:lstStyle/>
                    <a:p>
                      <a:pPr indent="0" lvl="0" marL="0" marR="0" rtl="0" algn="ctr">
                        <a:spcBef>
                          <a:spcPts val="0"/>
                        </a:spcBef>
                        <a:spcAft>
                          <a:spcPts val="0"/>
                        </a:spcAft>
                        <a:buNone/>
                      </a:pPr>
                      <a:r>
                        <a:rPr lang="en-GB" sz="1800"/>
                        <a:t>A</a:t>
                      </a:r>
                      <a:endParaRPr/>
                    </a:p>
                  </a:txBody>
                  <a:tcPr marT="45725" marB="45725" marR="91450" marL="91450">
                    <a:noFill/>
                  </a:tcPr>
                </a:tc>
                <a:tc>
                  <a:txBody>
                    <a:bodyPr/>
                    <a:lstStyle/>
                    <a:p>
                      <a:pPr indent="0" lvl="0" marL="0" marR="0" rtl="0" algn="ctr">
                        <a:spcBef>
                          <a:spcPts val="0"/>
                        </a:spcBef>
                        <a:spcAft>
                          <a:spcPts val="0"/>
                        </a:spcAft>
                        <a:buNone/>
                      </a:pPr>
                      <a:r>
                        <a:rPr lang="en-GB" sz="1800"/>
                        <a:t>B</a:t>
                      </a:r>
                      <a:endParaRPr/>
                    </a:p>
                  </a:txBody>
                  <a:tcPr marT="45725" marB="45725" marR="91450" marL="91450">
                    <a:noFill/>
                  </a:tcPr>
                </a:tc>
                <a:tc>
                  <a:txBody>
                    <a:bodyPr/>
                    <a:lstStyle/>
                    <a:p>
                      <a:pPr indent="0" lvl="0" marL="0" marR="0" rtl="0" algn="ctr">
                        <a:spcBef>
                          <a:spcPts val="0"/>
                        </a:spcBef>
                        <a:spcAft>
                          <a:spcPts val="0"/>
                        </a:spcAft>
                        <a:buNone/>
                      </a:pPr>
                      <a:r>
                        <a:rPr lang="en-GB" sz="1800"/>
                        <a:t>C</a:t>
                      </a:r>
                      <a:endParaRPr/>
                    </a:p>
                  </a:txBody>
                  <a:tcPr marT="45725" marB="45725" marR="91450" marL="91450">
                    <a:noFill/>
                  </a:tcPr>
                </a:tc>
                <a:tc>
                  <a:txBody>
                    <a:bodyPr/>
                    <a:lstStyle/>
                    <a:p>
                      <a:pPr indent="0" lvl="0" marL="0" marR="0" rtl="0" algn="ctr">
                        <a:spcBef>
                          <a:spcPts val="0"/>
                        </a:spcBef>
                        <a:spcAft>
                          <a:spcPts val="0"/>
                        </a:spcAft>
                        <a:buNone/>
                      </a:pPr>
                      <a:r>
                        <a:rPr lang="en-GB" sz="1800"/>
                        <a:t>D</a:t>
                      </a:r>
                      <a:endParaRPr/>
                    </a:p>
                  </a:txBody>
                  <a:tcPr marT="45725" marB="45725" marR="91450" marL="91450">
                    <a:noFill/>
                  </a:tcPr>
                </a:tc>
                <a:tc>
                  <a:txBody>
                    <a:bodyPr/>
                    <a:lstStyle/>
                    <a:p>
                      <a:pPr indent="0" lvl="0" marL="0" marR="0" rtl="0" algn="ctr">
                        <a:spcBef>
                          <a:spcPts val="0"/>
                        </a:spcBef>
                        <a:spcAft>
                          <a:spcPts val="0"/>
                        </a:spcAft>
                        <a:buNone/>
                      </a:pPr>
                      <a:r>
                        <a:rPr lang="en-GB" sz="1800"/>
                        <a:t>E</a:t>
                      </a:r>
                      <a:endParaRPr/>
                    </a:p>
                  </a:txBody>
                  <a:tcPr marT="45725" marB="45725" marR="91450" marL="91450">
                    <a:noFill/>
                  </a:tcPr>
                </a:tc>
                <a:tc>
                  <a:txBody>
                    <a:bodyPr/>
                    <a:lstStyle/>
                    <a:p>
                      <a:pPr indent="0" lvl="0" marL="0" marR="0" rtl="0" algn="ctr">
                        <a:spcBef>
                          <a:spcPts val="0"/>
                        </a:spcBef>
                        <a:spcAft>
                          <a:spcPts val="0"/>
                        </a:spcAft>
                        <a:buNone/>
                      </a:pPr>
                      <a:r>
                        <a:rPr lang="en-GB" sz="1800"/>
                        <a:t>F</a:t>
                      </a:r>
                      <a:endParaRPr/>
                    </a:p>
                  </a:txBody>
                  <a:tcPr marT="45725" marB="45725" marR="91450" marL="91450">
                    <a:noFill/>
                  </a:tcPr>
                </a:tc>
                <a:tc>
                  <a:txBody>
                    <a:bodyPr/>
                    <a:lstStyle/>
                    <a:p>
                      <a:pPr indent="0" lvl="0" marL="0" marR="0" rtl="0" algn="ctr">
                        <a:spcBef>
                          <a:spcPts val="0"/>
                        </a:spcBef>
                        <a:spcAft>
                          <a:spcPts val="0"/>
                        </a:spcAft>
                        <a:buNone/>
                      </a:pPr>
                      <a:r>
                        <a:rPr lang="en-GB" sz="1800"/>
                        <a:t>G</a:t>
                      </a:r>
                      <a:endParaRPr/>
                    </a:p>
                  </a:txBody>
                  <a:tcPr marT="45725" marB="45725" marR="91450" marL="91450">
                    <a:noFill/>
                  </a:tcPr>
                </a:tc>
                <a:tc>
                  <a:txBody>
                    <a:bodyPr/>
                    <a:lstStyle/>
                    <a:p>
                      <a:pPr indent="0" lvl="0" marL="0" marR="0" rtl="0" algn="ctr">
                        <a:spcBef>
                          <a:spcPts val="0"/>
                        </a:spcBef>
                        <a:spcAft>
                          <a:spcPts val="0"/>
                        </a:spcAft>
                        <a:buNone/>
                      </a:pPr>
                      <a:r>
                        <a:rPr lang="en-GB" sz="1800"/>
                        <a:t>I</a:t>
                      </a:r>
                      <a:endParaRPr/>
                    </a:p>
                  </a:txBody>
                  <a:tcPr marT="45725" marB="45725" marR="91450" marL="91450">
                    <a:noFill/>
                  </a:tcPr>
                </a:tc>
                <a:tc>
                  <a:txBody>
                    <a:bodyPr/>
                    <a:lstStyle/>
                    <a:p>
                      <a:pPr indent="0" lvl="0" marL="0" marR="0" rtl="0" algn="ctr">
                        <a:spcBef>
                          <a:spcPts val="0"/>
                        </a:spcBef>
                        <a:spcAft>
                          <a:spcPts val="0"/>
                        </a:spcAft>
                        <a:buNone/>
                      </a:pPr>
                      <a:r>
                        <a:rPr lang="en-GB" sz="1800"/>
                        <a:t>L</a:t>
                      </a:r>
                      <a:endParaRPr/>
                    </a:p>
                  </a:txBody>
                  <a:tcPr marT="45725" marB="45725" marR="91450" marL="91450">
                    <a:noFill/>
                  </a:tcPr>
                </a:tc>
                <a:tc>
                  <a:txBody>
                    <a:bodyPr/>
                    <a:lstStyle/>
                    <a:p>
                      <a:pPr indent="0" lvl="0" marL="0" marR="0" rtl="0" algn="ctr">
                        <a:spcBef>
                          <a:spcPts val="0"/>
                        </a:spcBef>
                        <a:spcAft>
                          <a:spcPts val="0"/>
                        </a:spcAft>
                        <a:buNone/>
                      </a:pPr>
                      <a:r>
                        <a:rPr lang="en-GB" sz="1800"/>
                        <a:t>M</a:t>
                      </a:r>
                      <a:endParaRPr/>
                    </a:p>
                  </a:txBody>
                  <a:tcPr marT="45725" marB="45725" marR="91450" marL="91450">
                    <a:noFill/>
                  </a:tcPr>
                </a:tc>
                <a:tc>
                  <a:txBody>
                    <a:bodyPr/>
                    <a:lstStyle/>
                    <a:p>
                      <a:pPr indent="0" lvl="0" marL="0" marR="0" rtl="0" algn="ctr">
                        <a:spcBef>
                          <a:spcPts val="0"/>
                        </a:spcBef>
                        <a:spcAft>
                          <a:spcPts val="0"/>
                        </a:spcAft>
                        <a:buNone/>
                      </a:pPr>
                      <a:r>
                        <a:rPr lang="en-GB" sz="1800"/>
                        <a:t>N</a:t>
                      </a:r>
                      <a:endParaRPr/>
                    </a:p>
                  </a:txBody>
                  <a:tcPr marT="45725" marB="45725" marR="91450" marL="91450">
                    <a:noFill/>
                  </a:tcPr>
                </a:tc>
                <a:tc>
                  <a:txBody>
                    <a:bodyPr/>
                    <a:lstStyle/>
                    <a:p>
                      <a:pPr indent="0" lvl="0" marL="0" marR="0" rtl="0" algn="ctr">
                        <a:spcBef>
                          <a:spcPts val="0"/>
                        </a:spcBef>
                        <a:spcAft>
                          <a:spcPts val="0"/>
                        </a:spcAft>
                        <a:buNone/>
                      </a:pPr>
                      <a:r>
                        <a:rPr lang="en-GB" sz="1800"/>
                        <a:t>O</a:t>
                      </a:r>
                      <a:endParaRPr/>
                    </a:p>
                  </a:txBody>
                  <a:tcPr marT="45725" marB="45725" marR="91450" marL="91450">
                    <a:noFill/>
                  </a:tcPr>
                </a:tc>
                <a:tc>
                  <a:txBody>
                    <a:bodyPr/>
                    <a:lstStyle/>
                    <a:p>
                      <a:pPr indent="0" lvl="0" marL="0" marR="0" rtl="0" algn="ctr">
                        <a:spcBef>
                          <a:spcPts val="0"/>
                        </a:spcBef>
                        <a:spcAft>
                          <a:spcPts val="0"/>
                        </a:spcAft>
                        <a:buNone/>
                      </a:pPr>
                      <a:r>
                        <a:rPr lang="en-GB" sz="1800"/>
                        <a:t>P</a:t>
                      </a:r>
                      <a:endParaRPr/>
                    </a:p>
                  </a:txBody>
                  <a:tcPr marT="45725" marB="45725" marR="91450" marL="91450">
                    <a:noFill/>
                  </a:tcPr>
                </a:tc>
                <a:tc>
                  <a:txBody>
                    <a:bodyPr/>
                    <a:lstStyle/>
                    <a:p>
                      <a:pPr indent="0" lvl="0" marL="0" marR="0" rtl="0" algn="ctr">
                        <a:spcBef>
                          <a:spcPts val="0"/>
                        </a:spcBef>
                        <a:spcAft>
                          <a:spcPts val="0"/>
                        </a:spcAft>
                        <a:buNone/>
                      </a:pPr>
                      <a:r>
                        <a:rPr lang="en-GB" sz="1800"/>
                        <a:t>Q</a:t>
                      </a:r>
                      <a:endParaRPr/>
                    </a:p>
                  </a:txBody>
                  <a:tcPr marT="45725" marB="45725" marR="91450" marL="91450">
                    <a:noFill/>
                  </a:tcPr>
                </a:tc>
                <a:tc>
                  <a:txBody>
                    <a:bodyPr/>
                    <a:lstStyle/>
                    <a:p>
                      <a:pPr indent="0" lvl="0" marL="0" marR="0" rtl="0" algn="ctr">
                        <a:spcBef>
                          <a:spcPts val="0"/>
                        </a:spcBef>
                        <a:spcAft>
                          <a:spcPts val="0"/>
                        </a:spcAft>
                        <a:buNone/>
                      </a:pPr>
                      <a:r>
                        <a:rPr lang="en-GB" sz="1800"/>
                        <a:t>R</a:t>
                      </a:r>
                      <a:endParaRPr/>
                    </a:p>
                  </a:txBody>
                  <a:tcPr marT="45725" marB="45725" marR="91450" marL="91450">
                    <a:noFill/>
                  </a:tcPr>
                </a:tc>
                <a:tc>
                  <a:txBody>
                    <a:bodyPr/>
                    <a:lstStyle/>
                    <a:p>
                      <a:pPr indent="0" lvl="0" marL="0" marR="0" rtl="0" algn="ctr">
                        <a:spcBef>
                          <a:spcPts val="0"/>
                        </a:spcBef>
                        <a:spcAft>
                          <a:spcPts val="0"/>
                        </a:spcAft>
                        <a:buNone/>
                      </a:pPr>
                      <a:r>
                        <a:rPr lang="en-GB" sz="1800"/>
                        <a:t>S</a:t>
                      </a:r>
                      <a:endParaRPr/>
                    </a:p>
                  </a:txBody>
                  <a:tcPr marT="45725" marB="45725" marR="91450" marL="91450">
                    <a:noFill/>
                  </a:tcPr>
                </a:tc>
                <a:tc>
                  <a:txBody>
                    <a:bodyPr/>
                    <a:lstStyle/>
                    <a:p>
                      <a:pPr indent="0" lvl="0" marL="0" marR="0" rtl="0" algn="ctr">
                        <a:spcBef>
                          <a:spcPts val="0"/>
                        </a:spcBef>
                        <a:spcAft>
                          <a:spcPts val="0"/>
                        </a:spcAft>
                        <a:buNone/>
                      </a:pPr>
                      <a:r>
                        <a:rPr lang="en-GB" sz="1800"/>
                        <a:t>T</a:t>
                      </a:r>
                      <a:endParaRPr/>
                    </a:p>
                  </a:txBody>
                  <a:tcPr marT="45725" marB="45725" marR="91450" marL="91450">
                    <a:noFill/>
                  </a:tcPr>
                </a:tc>
                <a:tc>
                  <a:txBody>
                    <a:bodyPr/>
                    <a:lstStyle/>
                    <a:p>
                      <a:pPr indent="0" lvl="0" marL="0" marR="0" rtl="0" algn="ctr">
                        <a:spcBef>
                          <a:spcPts val="0"/>
                        </a:spcBef>
                        <a:spcAft>
                          <a:spcPts val="0"/>
                        </a:spcAft>
                        <a:buNone/>
                      </a:pPr>
                      <a:r>
                        <a:rPr lang="en-GB" sz="1800"/>
                        <a:t>V</a:t>
                      </a:r>
                      <a:endParaRPr/>
                    </a:p>
                  </a:txBody>
                  <a:tcPr marT="45725" marB="45725" marR="91450" marL="91450">
                    <a:noFill/>
                  </a:tcPr>
                </a:tc>
                <a:tc>
                  <a:txBody>
                    <a:bodyPr/>
                    <a:lstStyle/>
                    <a:p>
                      <a:pPr indent="0" lvl="0" marL="0" marR="0" rtl="0" algn="ctr">
                        <a:spcBef>
                          <a:spcPts val="0"/>
                        </a:spcBef>
                        <a:spcAft>
                          <a:spcPts val="0"/>
                        </a:spcAft>
                        <a:buNone/>
                      </a:pPr>
                      <a:r>
                        <a:rPr lang="en-GB" sz="1800"/>
                        <a:t>X</a:t>
                      </a:r>
                      <a:endParaRPr/>
                    </a:p>
                  </a:txBody>
                  <a:tcPr marT="45725" marB="45725" marR="91450" marL="91450">
                    <a:noFill/>
                  </a:tcPr>
                </a:tc>
                <a:tc>
                  <a:txBody>
                    <a:bodyPr/>
                    <a:lstStyle/>
                    <a:p>
                      <a:pPr indent="0" lvl="0" marL="0" marR="0" rtl="0" algn="ctr">
                        <a:spcBef>
                          <a:spcPts val="0"/>
                        </a:spcBef>
                        <a:spcAft>
                          <a:spcPts val="0"/>
                        </a:spcAft>
                        <a:buNone/>
                      </a:pPr>
                      <a:r>
                        <a:rPr lang="en-GB" sz="1800"/>
                        <a:t>Z</a:t>
                      </a:r>
                      <a:endParaRPr/>
                    </a:p>
                  </a:txBody>
                  <a:tcPr marT="45725" marB="45725" marR="91450" marL="91450">
                    <a:noFill/>
                  </a:tcPr>
                </a:tc>
                <a:tc>
                  <a:txBody>
                    <a:bodyPr/>
                    <a:lstStyle/>
                    <a:p>
                      <a:pPr indent="0" lvl="0" marL="0" marR="0" rtl="0" algn="ctr">
                        <a:spcBef>
                          <a:spcPts val="0"/>
                        </a:spcBef>
                        <a:spcAft>
                          <a:spcPts val="0"/>
                        </a:spcAft>
                        <a:buNone/>
                      </a:pPr>
                      <a:r>
                        <a:rPr lang="en-GB" sz="1800"/>
                        <a:t>1</a:t>
                      </a:r>
                      <a:endParaRPr/>
                    </a:p>
                  </a:txBody>
                  <a:tcPr marT="45725" marB="45725" marR="91450" marL="91450">
                    <a:noFill/>
                  </a:tcPr>
                </a:tc>
                <a:tc>
                  <a:txBody>
                    <a:bodyPr/>
                    <a:lstStyle/>
                    <a:p>
                      <a:pPr indent="0" lvl="0" marL="0" marR="0" rtl="0" algn="ctr">
                        <a:spcBef>
                          <a:spcPts val="0"/>
                        </a:spcBef>
                        <a:spcAft>
                          <a:spcPts val="0"/>
                        </a:spcAft>
                        <a:buNone/>
                      </a:pPr>
                      <a:r>
                        <a:rPr lang="en-GB" sz="1800"/>
                        <a:t>2</a:t>
                      </a:r>
                      <a:endParaRPr/>
                    </a:p>
                  </a:txBody>
                  <a:tcPr marT="45725" marB="45725" marR="91450" marL="91450">
                    <a:noFill/>
                  </a:tcPr>
                </a:tc>
                <a:tc>
                  <a:txBody>
                    <a:bodyPr/>
                    <a:lstStyle/>
                    <a:p>
                      <a:pPr indent="0" lvl="0" marL="0" marR="0" rtl="0" algn="ctr">
                        <a:spcBef>
                          <a:spcPts val="0"/>
                        </a:spcBef>
                        <a:spcAft>
                          <a:spcPts val="0"/>
                        </a:spcAft>
                        <a:buNone/>
                      </a:pPr>
                      <a:r>
                        <a:rPr lang="en-GB" sz="1800"/>
                        <a:t>3</a:t>
                      </a:r>
                      <a:endParaRPr/>
                    </a:p>
                  </a:txBody>
                  <a:tcPr marT="45725" marB="45725" marR="91450" marL="91450">
                    <a:noFill/>
                  </a:tcPr>
                </a:tc>
                <a:tc>
                  <a:txBody>
                    <a:bodyPr/>
                    <a:lstStyle/>
                    <a:p>
                      <a:pPr indent="0" lvl="0" marL="0" marR="0" rtl="0" algn="ctr">
                        <a:spcBef>
                          <a:spcPts val="0"/>
                        </a:spcBef>
                        <a:spcAft>
                          <a:spcPts val="0"/>
                        </a:spcAft>
                        <a:buNone/>
                      </a:pPr>
                      <a:r>
                        <a:rPr lang="en-GB" sz="1800"/>
                        <a:t>4</a:t>
                      </a:r>
                      <a:endParaRPr/>
                    </a:p>
                  </a:txBody>
                  <a:tcPr marT="45725" marB="45725" marR="91450" marL="91450">
                    <a:noFill/>
                  </a:tcPr>
                </a:tc>
              </a:tr>
              <a:tr h="370850">
                <a:tc>
                  <a:txBody>
                    <a:bodyPr/>
                    <a:lstStyle/>
                    <a:p>
                      <a:pPr indent="0" lvl="0" marL="0" marR="0" rtl="0" algn="ctr">
                        <a:spcBef>
                          <a:spcPts val="0"/>
                        </a:spcBef>
                        <a:spcAft>
                          <a:spcPts val="0"/>
                        </a:spcAft>
                        <a:buNone/>
                      </a:pPr>
                      <a:r>
                        <a:rPr lang="en-GB" sz="1800" cap="none"/>
                        <a:t>c</a:t>
                      </a:r>
                      <a:endParaRPr/>
                    </a:p>
                  </a:txBody>
                  <a:tcPr marT="45725" marB="45725" marR="91450" marL="91450">
                    <a:noFill/>
                  </a:tcPr>
                </a:tc>
                <a:tc>
                  <a:txBody>
                    <a:bodyPr/>
                    <a:lstStyle/>
                    <a:p>
                      <a:pPr indent="0" lvl="0" marL="0" marR="0" rtl="0" algn="ctr">
                        <a:spcBef>
                          <a:spcPts val="0"/>
                        </a:spcBef>
                        <a:spcAft>
                          <a:spcPts val="0"/>
                        </a:spcAft>
                        <a:buNone/>
                      </a:pPr>
                      <a:r>
                        <a:rPr lang="en-GB" sz="1800" cap="none"/>
                        <a:t>e</a:t>
                      </a:r>
                      <a:endParaRPr/>
                    </a:p>
                  </a:txBody>
                  <a:tcPr marT="45725" marB="45725" marR="91450" marL="91450">
                    <a:noFill/>
                  </a:tcPr>
                </a:tc>
                <a:tc>
                  <a:txBody>
                    <a:bodyPr/>
                    <a:lstStyle/>
                    <a:p>
                      <a:pPr indent="0" lvl="0" marL="0" marR="0" rtl="0" algn="ctr">
                        <a:spcBef>
                          <a:spcPts val="0"/>
                        </a:spcBef>
                        <a:spcAft>
                          <a:spcPts val="0"/>
                        </a:spcAft>
                        <a:buNone/>
                      </a:pPr>
                      <a:r>
                        <a:rPr lang="en-GB" sz="1800" cap="none"/>
                        <a:t>g</a:t>
                      </a:r>
                      <a:endParaRPr/>
                    </a:p>
                  </a:txBody>
                  <a:tcPr marT="45725" marB="45725" marR="91450" marL="91450">
                    <a:noFill/>
                  </a:tcPr>
                </a:tc>
                <a:tc>
                  <a:txBody>
                    <a:bodyPr/>
                    <a:lstStyle/>
                    <a:p>
                      <a:pPr indent="0" lvl="0" marL="0" marR="0" rtl="0" algn="ctr">
                        <a:spcBef>
                          <a:spcPts val="0"/>
                        </a:spcBef>
                        <a:spcAft>
                          <a:spcPts val="0"/>
                        </a:spcAft>
                        <a:buNone/>
                      </a:pPr>
                      <a:r>
                        <a:rPr lang="en-GB" sz="1800" cap="none"/>
                        <a:t>k</a:t>
                      </a:r>
                      <a:endParaRPr/>
                    </a:p>
                  </a:txBody>
                  <a:tcPr marT="45725" marB="45725" marR="91450" marL="91450">
                    <a:noFill/>
                  </a:tcPr>
                </a:tc>
                <a:tc>
                  <a:txBody>
                    <a:bodyPr/>
                    <a:lstStyle/>
                    <a:p>
                      <a:pPr indent="0" lvl="0" marL="0" marR="0" rtl="0" algn="ctr">
                        <a:spcBef>
                          <a:spcPts val="0"/>
                        </a:spcBef>
                        <a:spcAft>
                          <a:spcPts val="0"/>
                        </a:spcAft>
                        <a:buNone/>
                      </a:pPr>
                      <a:r>
                        <a:rPr lang="en-GB" sz="1800" cap="none"/>
                        <a:t>l</a:t>
                      </a:r>
                      <a:endParaRPr/>
                    </a:p>
                  </a:txBody>
                  <a:tcPr marT="45725" marB="45725" marR="91450" marL="91450">
                    <a:noFill/>
                  </a:tcPr>
                </a:tc>
                <a:tc>
                  <a:txBody>
                    <a:bodyPr/>
                    <a:lstStyle/>
                    <a:p>
                      <a:pPr indent="0" lvl="0" marL="0" marR="0" rtl="0" algn="ctr">
                        <a:spcBef>
                          <a:spcPts val="0"/>
                        </a:spcBef>
                        <a:spcAft>
                          <a:spcPts val="0"/>
                        </a:spcAft>
                        <a:buNone/>
                      </a:pPr>
                      <a:r>
                        <a:rPr lang="en-GB" sz="1800" cap="none"/>
                        <a:t>n</a:t>
                      </a:r>
                      <a:endParaRPr/>
                    </a:p>
                  </a:txBody>
                  <a:tcPr marT="45725" marB="45725" marR="91450" marL="91450">
                    <a:noFill/>
                  </a:tcPr>
                </a:tc>
                <a:tc>
                  <a:txBody>
                    <a:bodyPr/>
                    <a:lstStyle/>
                    <a:p>
                      <a:pPr indent="0" lvl="0" marL="0" marR="0" rtl="0" algn="ctr">
                        <a:spcBef>
                          <a:spcPts val="0"/>
                        </a:spcBef>
                        <a:spcAft>
                          <a:spcPts val="0"/>
                        </a:spcAft>
                        <a:buNone/>
                      </a:pPr>
                      <a:r>
                        <a:rPr lang="en-GB" sz="1800" cap="none"/>
                        <a:t>p</a:t>
                      </a:r>
                      <a:endParaRPr/>
                    </a:p>
                  </a:txBody>
                  <a:tcPr marT="45725" marB="45725" marR="91450" marL="91450">
                    <a:noFill/>
                  </a:tcPr>
                </a:tc>
                <a:tc>
                  <a:txBody>
                    <a:bodyPr/>
                    <a:lstStyle/>
                    <a:p>
                      <a:pPr indent="0" lvl="0" marL="0" marR="0" rtl="0" algn="ctr">
                        <a:spcBef>
                          <a:spcPts val="0"/>
                        </a:spcBef>
                        <a:spcAft>
                          <a:spcPts val="0"/>
                        </a:spcAft>
                        <a:buNone/>
                      </a:pPr>
                      <a:r>
                        <a:rPr lang="en-GB" sz="1800" cap="none"/>
                        <a:t>r</a:t>
                      </a:r>
                      <a:endParaRPr/>
                    </a:p>
                  </a:txBody>
                  <a:tcPr marT="45725" marB="45725" marR="91450" marL="91450">
                    <a:noFill/>
                  </a:tcPr>
                </a:tc>
                <a:tc>
                  <a:txBody>
                    <a:bodyPr/>
                    <a:lstStyle/>
                    <a:p>
                      <a:pPr indent="0" lvl="0" marL="0" marR="0" rtl="0" algn="ctr">
                        <a:spcBef>
                          <a:spcPts val="0"/>
                        </a:spcBef>
                        <a:spcAft>
                          <a:spcPts val="0"/>
                        </a:spcAft>
                        <a:buNone/>
                      </a:pPr>
                      <a:r>
                        <a:rPr lang="en-GB" sz="1800" cap="none"/>
                        <a:t>t</a:t>
                      </a:r>
                      <a:endParaRPr/>
                    </a:p>
                  </a:txBody>
                  <a:tcPr marT="45725" marB="45725" marR="91450" marL="91450">
                    <a:noFill/>
                  </a:tcPr>
                </a:tc>
                <a:tc>
                  <a:txBody>
                    <a:bodyPr/>
                    <a:lstStyle/>
                    <a:p>
                      <a:pPr indent="0" lvl="0" marL="0" marR="0" rtl="0" algn="ctr">
                        <a:spcBef>
                          <a:spcPts val="0"/>
                        </a:spcBef>
                        <a:spcAft>
                          <a:spcPts val="0"/>
                        </a:spcAft>
                        <a:buNone/>
                      </a:pPr>
                      <a:r>
                        <a:rPr lang="en-GB" sz="1800" cap="none"/>
                        <a:t>v</a:t>
                      </a:r>
                      <a:endParaRPr/>
                    </a:p>
                  </a:txBody>
                  <a:tcPr marT="45725" marB="45725" marR="91450" marL="91450">
                    <a:noFill/>
                  </a:tcPr>
                </a:tc>
                <a:tc>
                  <a:txBody>
                    <a:bodyPr/>
                    <a:lstStyle/>
                    <a:p>
                      <a:pPr indent="0" lvl="0" marL="0" marR="0" rtl="0" algn="ctr">
                        <a:spcBef>
                          <a:spcPts val="0"/>
                        </a:spcBef>
                        <a:spcAft>
                          <a:spcPts val="0"/>
                        </a:spcAft>
                        <a:buNone/>
                      </a:pPr>
                      <a:r>
                        <a:rPr lang="en-GB" sz="1800" cap="none"/>
                        <a:t>z</a:t>
                      </a:r>
                      <a:endParaRPr/>
                    </a:p>
                  </a:txBody>
                  <a:tcPr marT="45725" marB="45725" marR="91450" marL="91450">
                    <a:noFill/>
                  </a:tcPr>
                </a:tc>
                <a:tc>
                  <a:txBody>
                    <a:bodyPr/>
                    <a:lstStyle/>
                    <a:p>
                      <a:pPr indent="0" lvl="0" marL="0" marR="0" rtl="0" algn="ctr">
                        <a:spcBef>
                          <a:spcPts val="0"/>
                        </a:spcBef>
                        <a:spcAft>
                          <a:spcPts val="0"/>
                        </a:spcAft>
                        <a:buNone/>
                      </a:pPr>
                      <a:r>
                        <a:rPr lang="en-GB" sz="1800" cap="none"/>
                        <a:t>&amp;</a:t>
                      </a:r>
                      <a:endParaRPr/>
                    </a:p>
                  </a:txBody>
                  <a:tcPr marT="45725" marB="45725" marR="91450" marL="91450">
                    <a:noFill/>
                  </a:tcPr>
                </a:tc>
                <a:tc>
                  <a:txBody>
                    <a:bodyPr/>
                    <a:lstStyle/>
                    <a:p>
                      <a:pPr indent="0" lvl="0" marL="0" marR="0" rtl="0" algn="ctr">
                        <a:spcBef>
                          <a:spcPts val="0"/>
                        </a:spcBef>
                        <a:spcAft>
                          <a:spcPts val="0"/>
                        </a:spcAft>
                        <a:buNone/>
                      </a:pPr>
                      <a:r>
                        <a:rPr lang="en-GB" sz="1800" cap="none"/>
                        <a:t>x</a:t>
                      </a:r>
                      <a:endParaRPr/>
                    </a:p>
                  </a:txBody>
                  <a:tcPr marT="45725" marB="45725" marR="91450" marL="91450">
                    <a:noFill/>
                  </a:tcPr>
                </a:tc>
                <a:tc>
                  <a:txBody>
                    <a:bodyPr/>
                    <a:lstStyle/>
                    <a:p>
                      <a:pPr indent="0" lvl="0" marL="0" marR="0" rtl="0" algn="ctr">
                        <a:spcBef>
                          <a:spcPts val="0"/>
                        </a:spcBef>
                        <a:spcAft>
                          <a:spcPts val="0"/>
                        </a:spcAft>
                        <a:buNone/>
                      </a:pPr>
                      <a:r>
                        <a:rPr lang="en-GB" sz="1800" cap="none"/>
                        <a:t>y</a:t>
                      </a:r>
                      <a:endParaRPr/>
                    </a:p>
                  </a:txBody>
                  <a:tcPr marT="45725" marB="45725" marR="91450" marL="91450">
                    <a:noFill/>
                  </a:tcPr>
                </a:tc>
                <a:tc>
                  <a:txBody>
                    <a:bodyPr/>
                    <a:lstStyle/>
                    <a:p>
                      <a:pPr indent="0" lvl="0" marL="0" marR="0" rtl="0" algn="ctr">
                        <a:spcBef>
                          <a:spcPts val="0"/>
                        </a:spcBef>
                        <a:spcAft>
                          <a:spcPts val="0"/>
                        </a:spcAft>
                        <a:buNone/>
                      </a:pPr>
                      <a:r>
                        <a:rPr lang="en-GB" sz="1800" cap="none"/>
                        <a:t>s</a:t>
                      </a:r>
                      <a:endParaRPr/>
                    </a:p>
                  </a:txBody>
                  <a:tcPr marT="45725" marB="45725" marR="91450" marL="91450">
                    <a:noFill/>
                  </a:tcPr>
                </a:tc>
                <a:tc>
                  <a:txBody>
                    <a:bodyPr/>
                    <a:lstStyle/>
                    <a:p>
                      <a:pPr indent="0" lvl="0" marL="0" marR="0" rtl="0" algn="ctr">
                        <a:spcBef>
                          <a:spcPts val="0"/>
                        </a:spcBef>
                        <a:spcAft>
                          <a:spcPts val="0"/>
                        </a:spcAft>
                        <a:buNone/>
                      </a:pPr>
                      <a:r>
                        <a:rPr lang="en-GB" sz="1800" cap="none"/>
                        <a:t>o</a:t>
                      </a:r>
                      <a:endParaRPr/>
                    </a:p>
                  </a:txBody>
                  <a:tcPr marT="45725" marB="45725" marR="91450" marL="91450">
                    <a:noFill/>
                  </a:tcPr>
                </a:tc>
                <a:tc>
                  <a:txBody>
                    <a:bodyPr/>
                    <a:lstStyle/>
                    <a:p>
                      <a:pPr indent="0" lvl="0" marL="0" marR="0" rtl="0" algn="ctr">
                        <a:spcBef>
                          <a:spcPts val="0"/>
                        </a:spcBef>
                        <a:spcAft>
                          <a:spcPts val="0"/>
                        </a:spcAft>
                        <a:buNone/>
                      </a:pPr>
                      <a:r>
                        <a:rPr lang="en-GB" sz="1800" cap="none"/>
                        <a:t>m</a:t>
                      </a:r>
                      <a:endParaRPr/>
                    </a:p>
                  </a:txBody>
                  <a:tcPr marT="45725" marB="45725" marR="91450" marL="91450">
                    <a:noFill/>
                  </a:tcPr>
                </a:tc>
                <a:tc>
                  <a:txBody>
                    <a:bodyPr/>
                    <a:lstStyle/>
                    <a:p>
                      <a:pPr indent="0" lvl="0" marL="0" marR="0" rtl="0" algn="ctr">
                        <a:spcBef>
                          <a:spcPts val="0"/>
                        </a:spcBef>
                        <a:spcAft>
                          <a:spcPts val="0"/>
                        </a:spcAft>
                        <a:buNone/>
                      </a:pPr>
                      <a:r>
                        <a:rPr lang="en-GB" sz="1800" cap="none"/>
                        <a:t>q</a:t>
                      </a:r>
                      <a:endParaRPr/>
                    </a:p>
                  </a:txBody>
                  <a:tcPr marT="45725" marB="45725" marR="91450" marL="91450">
                    <a:noFill/>
                  </a:tcPr>
                </a:tc>
                <a:tc>
                  <a:txBody>
                    <a:bodyPr/>
                    <a:lstStyle/>
                    <a:p>
                      <a:pPr indent="0" lvl="0" marL="0" marR="0" rtl="0" algn="ctr">
                        <a:spcBef>
                          <a:spcPts val="0"/>
                        </a:spcBef>
                        <a:spcAft>
                          <a:spcPts val="0"/>
                        </a:spcAft>
                        <a:buNone/>
                      </a:pPr>
                      <a:r>
                        <a:rPr lang="en-GB" sz="1800" cap="none"/>
                        <a:t>i</a:t>
                      </a:r>
                      <a:endParaRPr sz="1800" cap="none"/>
                    </a:p>
                  </a:txBody>
                  <a:tcPr marT="45725" marB="45725" marR="91450" marL="91450">
                    <a:noFill/>
                  </a:tcPr>
                </a:tc>
                <a:tc>
                  <a:txBody>
                    <a:bodyPr/>
                    <a:lstStyle/>
                    <a:p>
                      <a:pPr indent="0" lvl="0" marL="0" marR="0" rtl="0" algn="ctr">
                        <a:spcBef>
                          <a:spcPts val="0"/>
                        </a:spcBef>
                        <a:spcAft>
                          <a:spcPts val="0"/>
                        </a:spcAft>
                        <a:buNone/>
                      </a:pPr>
                      <a:r>
                        <a:rPr lang="en-GB" sz="1800" cap="none"/>
                        <a:t>h</a:t>
                      </a:r>
                      <a:endParaRPr/>
                    </a:p>
                  </a:txBody>
                  <a:tcPr marT="45725" marB="45725" marR="91450" marL="91450">
                    <a:noFill/>
                  </a:tcPr>
                </a:tc>
                <a:tc>
                  <a:txBody>
                    <a:bodyPr/>
                    <a:lstStyle/>
                    <a:p>
                      <a:pPr indent="0" lvl="0" marL="0" marR="0" rtl="0" algn="ctr">
                        <a:spcBef>
                          <a:spcPts val="0"/>
                        </a:spcBef>
                        <a:spcAft>
                          <a:spcPts val="0"/>
                        </a:spcAft>
                        <a:buNone/>
                      </a:pPr>
                      <a:r>
                        <a:rPr lang="en-GB" sz="1800" cap="none"/>
                        <a:t>f</a:t>
                      </a:r>
                      <a:endParaRPr/>
                    </a:p>
                  </a:txBody>
                  <a:tcPr marT="45725" marB="45725" marR="91450" marL="91450">
                    <a:noFill/>
                  </a:tcPr>
                </a:tc>
                <a:tc>
                  <a:txBody>
                    <a:bodyPr/>
                    <a:lstStyle/>
                    <a:p>
                      <a:pPr indent="0" lvl="0" marL="0" marR="0" rtl="0" algn="ctr">
                        <a:spcBef>
                          <a:spcPts val="0"/>
                        </a:spcBef>
                        <a:spcAft>
                          <a:spcPts val="0"/>
                        </a:spcAft>
                        <a:buNone/>
                      </a:pPr>
                      <a:r>
                        <a:rPr lang="en-GB" sz="1800" cap="none"/>
                        <a:t>d</a:t>
                      </a:r>
                      <a:endParaRPr/>
                    </a:p>
                  </a:txBody>
                  <a:tcPr marT="45725" marB="45725" marR="91450" marL="91450">
                    <a:noFill/>
                  </a:tcPr>
                </a:tc>
                <a:tc>
                  <a:txBody>
                    <a:bodyPr/>
                    <a:lstStyle/>
                    <a:p>
                      <a:pPr indent="0" lvl="0" marL="0" marR="0" rtl="0" algn="ctr">
                        <a:spcBef>
                          <a:spcPts val="0"/>
                        </a:spcBef>
                        <a:spcAft>
                          <a:spcPts val="0"/>
                        </a:spcAft>
                        <a:buNone/>
                      </a:pPr>
                      <a:r>
                        <a:rPr lang="en-GB" sz="1800" cap="none"/>
                        <a:t>b</a:t>
                      </a:r>
                      <a:endParaRPr/>
                    </a:p>
                  </a:txBody>
                  <a:tcPr marT="45725" marB="45725" marR="91450" marL="91450">
                    <a:noFill/>
                  </a:tcPr>
                </a:tc>
                <a:tc>
                  <a:txBody>
                    <a:bodyPr/>
                    <a:lstStyle/>
                    <a:p>
                      <a:pPr indent="0" lvl="0" marL="0" marR="0" rtl="0" algn="ctr">
                        <a:spcBef>
                          <a:spcPts val="0"/>
                        </a:spcBef>
                        <a:spcAft>
                          <a:spcPts val="0"/>
                        </a:spcAft>
                        <a:buNone/>
                      </a:pPr>
                      <a:r>
                        <a:rPr lang="en-GB" sz="1800" cap="none"/>
                        <a:t>a</a:t>
                      </a:r>
                      <a:endParaRPr/>
                    </a:p>
                  </a:txBody>
                  <a:tcPr marT="45725" marB="45725" marR="91450" marL="91450">
                    <a:noFill/>
                  </a:tcPr>
                </a:tc>
              </a:tr>
            </a:tbl>
          </a:graphicData>
        </a:graphic>
      </p:graphicFrame>
      <p:sp>
        <p:nvSpPr>
          <p:cNvPr id="206" name="Google Shape;206;p10"/>
          <p:cNvSpPr txBox="1"/>
          <p:nvPr/>
        </p:nvSpPr>
        <p:spPr>
          <a:xfrm>
            <a:off x="2532842" y="1712496"/>
            <a:ext cx="19591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rotazione alfabeto</a:t>
            </a:r>
            <a:endParaRPr sz="1800">
              <a:solidFill>
                <a:srgbClr val="FF0000"/>
              </a:solidFill>
              <a:latin typeface="Calibri"/>
              <a:ea typeface="Calibri"/>
              <a:cs typeface="Calibri"/>
              <a:sym typeface="Calibri"/>
            </a:endParaRPr>
          </a:p>
        </p:txBody>
      </p:sp>
      <p:pic>
        <p:nvPicPr>
          <p:cNvPr descr="Immagine che contiene Elementi grafici, cerchio, Policromia&#10;&#10;Il contenuto generato dall&amp;#39;IA potrebbe non essere corretto." id="207" name="Google Shape;207;p10"/>
          <p:cNvPicPr preferRelativeResize="0"/>
          <p:nvPr/>
        </p:nvPicPr>
        <p:blipFill rotWithShape="1">
          <a:blip r:embed="rId4">
            <a:alphaModFix/>
          </a:blip>
          <a:srcRect b="0" l="0" r="0" t="0"/>
          <a:stretch/>
        </p:blipFill>
        <p:spPr>
          <a:xfrm>
            <a:off x="11312237" y="58367"/>
            <a:ext cx="741219" cy="73532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1"/>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4" name="Google Shape;214;p11"/>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chemeClr val="dk1"/>
                </a:solidFill>
                <a:latin typeface="Calibri"/>
                <a:ea typeface="Calibri"/>
                <a:cs typeface="Calibri"/>
                <a:sym typeface="Calibri"/>
              </a:rPr>
              <a:t>ZANARDELLI ALESSIO</a:t>
            </a:r>
            <a:endParaRPr/>
          </a:p>
        </p:txBody>
      </p:sp>
      <p:sp>
        <p:nvSpPr>
          <p:cNvPr id="215" name="Google Shape;215;p11"/>
          <p:cNvSpPr txBox="1"/>
          <p:nvPr/>
        </p:nvSpPr>
        <p:spPr>
          <a:xfrm>
            <a:off x="95250" y="69097"/>
            <a:ext cx="9934575"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GB" sz="4000">
                <a:solidFill>
                  <a:srgbClr val="FF0000"/>
                </a:solidFill>
                <a:latin typeface="Calibri"/>
                <a:ea typeface="Calibri"/>
                <a:cs typeface="Calibri"/>
                <a:sym typeface="Calibri"/>
              </a:rPr>
              <a:t>DISCO CIFRANTE – INDICE MOBILE</a:t>
            </a:r>
            <a:endParaRPr/>
          </a:p>
        </p:txBody>
      </p:sp>
      <p:sp>
        <p:nvSpPr>
          <p:cNvPr id="216" name="Google Shape;216;p11"/>
          <p:cNvSpPr txBox="1"/>
          <p:nvPr/>
        </p:nvSpPr>
        <p:spPr>
          <a:xfrm>
            <a:off x="2884" y="909204"/>
            <a:ext cx="12189116" cy="56323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Si sceglie una lettera minuscola dell'anello interno come indice. </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Messaggio: ‘ESAME</a:t>
            </a:r>
            <a:r>
              <a:rPr lang="en-GB" sz="2400">
                <a:solidFill>
                  <a:srgbClr val="FF0000"/>
                </a:solidFill>
                <a:latin typeface="Calibri"/>
                <a:ea typeface="Calibri"/>
                <a:cs typeface="Calibri"/>
                <a:sym typeface="Calibri"/>
              </a:rPr>
              <a:t>Q</a:t>
            </a:r>
            <a:r>
              <a:rPr lang="en-GB" sz="2400">
                <a:solidFill>
                  <a:schemeClr val="dk1"/>
                </a:solidFill>
                <a:latin typeface="Calibri"/>
                <a:ea typeface="Calibri"/>
                <a:cs typeface="Calibri"/>
                <a:sym typeface="Calibri"/>
              </a:rPr>
              <a:t>DIST</a:t>
            </a:r>
            <a:r>
              <a:rPr lang="en-GB" sz="2400">
                <a:solidFill>
                  <a:srgbClr val="FF0000"/>
                </a:solidFill>
                <a:latin typeface="Calibri"/>
                <a:ea typeface="Calibri"/>
                <a:cs typeface="Calibri"/>
                <a:sym typeface="Calibri"/>
              </a:rPr>
              <a:t>2</a:t>
            </a:r>
            <a:r>
              <a:rPr lang="en-GB" sz="2400">
                <a:solidFill>
                  <a:schemeClr val="dk1"/>
                </a:solidFill>
                <a:latin typeface="Calibri"/>
                <a:ea typeface="Calibri"/>
                <a:cs typeface="Calibri"/>
                <a:sym typeface="Calibri"/>
              </a:rPr>
              <a:t>ATO’; Indice mobile: g</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     Alfabeto ordinato:</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Alfabeto disordinato:</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Messaggio cifrato: ‘</a:t>
            </a:r>
            <a:r>
              <a:rPr lang="en-GB" sz="2400">
                <a:solidFill>
                  <a:srgbClr val="FF0000"/>
                </a:solidFill>
                <a:latin typeface="Calibri"/>
                <a:ea typeface="Calibri"/>
                <a:cs typeface="Calibri"/>
                <a:sym typeface="Calibri"/>
              </a:rPr>
              <a:t>A</a:t>
            </a:r>
            <a:r>
              <a:rPr lang="en-GB" sz="2400">
                <a:solidFill>
                  <a:schemeClr val="dk1"/>
                </a:solidFill>
                <a:latin typeface="Calibri"/>
                <a:ea typeface="Calibri"/>
                <a:cs typeface="Calibri"/>
                <a:sym typeface="Calibri"/>
              </a:rPr>
              <a:t>pqg&amp;p</a:t>
            </a:r>
            <a:r>
              <a:rPr lang="en-GB" sz="2400">
                <a:solidFill>
                  <a:srgbClr val="FF0000"/>
                </a:solidFill>
                <a:latin typeface="Calibri"/>
                <a:ea typeface="Calibri"/>
                <a:cs typeface="Calibri"/>
                <a:sym typeface="Calibri"/>
              </a:rPr>
              <a:t>Q</a:t>
            </a:r>
            <a:r>
              <a:rPr lang="en-GB" sz="2400">
                <a:solidFill>
                  <a:schemeClr val="dk1"/>
                </a:solidFill>
                <a:latin typeface="Calibri"/>
                <a:ea typeface="Calibri"/>
                <a:cs typeface="Calibri"/>
                <a:sym typeface="Calibri"/>
              </a:rPr>
              <a:t>’</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     Alfabeto ordinato:</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Alfabeto disordinato:</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Messaggio cifrato: ‘</a:t>
            </a:r>
            <a:r>
              <a:rPr lang="en-GB" sz="2400">
                <a:solidFill>
                  <a:srgbClr val="FF0000"/>
                </a:solidFill>
                <a:latin typeface="Calibri"/>
                <a:ea typeface="Calibri"/>
                <a:cs typeface="Calibri"/>
                <a:sym typeface="Calibri"/>
              </a:rPr>
              <a:t>A</a:t>
            </a:r>
            <a:r>
              <a:rPr lang="en-GB" sz="2400">
                <a:solidFill>
                  <a:schemeClr val="dk1"/>
                </a:solidFill>
                <a:latin typeface="Calibri"/>
                <a:ea typeface="Calibri"/>
                <a:cs typeface="Calibri"/>
                <a:sym typeface="Calibri"/>
              </a:rPr>
              <a:t>pqg&amp;p</a:t>
            </a:r>
            <a:r>
              <a:rPr lang="en-GB" sz="2400">
                <a:solidFill>
                  <a:srgbClr val="FF0000"/>
                </a:solidFill>
                <a:latin typeface="Calibri"/>
                <a:ea typeface="Calibri"/>
                <a:cs typeface="Calibri"/>
                <a:sym typeface="Calibri"/>
              </a:rPr>
              <a:t>Q</a:t>
            </a:r>
            <a:r>
              <a:rPr lang="en-GB" sz="2400">
                <a:solidFill>
                  <a:schemeClr val="dk1"/>
                </a:solidFill>
                <a:latin typeface="Calibri"/>
                <a:ea typeface="Calibri"/>
                <a:cs typeface="Calibri"/>
                <a:sym typeface="Calibri"/>
              </a:rPr>
              <a:t>mfln</a:t>
            </a:r>
            <a:r>
              <a:rPr lang="en-GB" sz="2400">
                <a:solidFill>
                  <a:srgbClr val="FF0000"/>
                </a:solidFill>
                <a:latin typeface="Calibri"/>
                <a:ea typeface="Calibri"/>
                <a:cs typeface="Calibri"/>
                <a:sym typeface="Calibri"/>
              </a:rPr>
              <a:t>z</a:t>
            </a:r>
            <a:r>
              <a:rPr lang="en-GB" sz="2400">
                <a:solidFill>
                  <a:schemeClr val="dk1"/>
                </a:solidFill>
                <a:latin typeface="Calibri"/>
                <a:ea typeface="Calibri"/>
                <a:cs typeface="Calibri"/>
                <a:sym typeface="Calibri"/>
              </a:rPr>
              <a:t>yno’</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sp>
        <p:nvSpPr>
          <p:cNvPr id="217" name="Google Shape;217;p11"/>
          <p:cNvSpPr/>
          <p:nvPr/>
        </p:nvSpPr>
        <p:spPr>
          <a:xfrm>
            <a:off x="0" y="43934"/>
            <a:ext cx="184731" cy="369332"/>
          </a:xfrm>
          <a:prstGeom prst="rect">
            <a:avLst/>
          </a:prstGeom>
          <a:solidFill>
            <a:srgbClr val="F8F9FA"/>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aphicFrame>
        <p:nvGraphicFramePr>
          <p:cNvPr id="218" name="Google Shape;218;p11"/>
          <p:cNvGraphicFramePr/>
          <p:nvPr/>
        </p:nvGraphicFramePr>
        <p:xfrm>
          <a:off x="3152589" y="2696074"/>
          <a:ext cx="3000000" cy="3000000"/>
        </p:xfrm>
        <a:graphic>
          <a:graphicData uri="http://schemas.openxmlformats.org/drawingml/2006/table">
            <a:tbl>
              <a:tblPr bandRow="1" firstRow="1">
                <a:noFill/>
                <a:tableStyleId>{8E68E55E-5B9F-4CBF-B0FA-E5EBBC8F1E69}</a:tableStyleId>
              </a:tblPr>
              <a:tblGrid>
                <a:gridCol w="3733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tblGrid>
              <a:tr h="370850">
                <a:tc>
                  <a:txBody>
                    <a:bodyPr/>
                    <a:lstStyle/>
                    <a:p>
                      <a:pPr indent="0" lvl="0" marL="0" marR="0" rtl="0" algn="ctr">
                        <a:spcBef>
                          <a:spcPts val="0"/>
                        </a:spcBef>
                        <a:spcAft>
                          <a:spcPts val="0"/>
                        </a:spcAft>
                        <a:buNone/>
                      </a:pPr>
                      <a:r>
                        <a:rPr lang="en-GB" sz="1800"/>
                        <a:t>A</a:t>
                      </a:r>
                      <a:endParaRPr/>
                    </a:p>
                  </a:txBody>
                  <a:tcPr marT="45725" marB="45725" marR="91450" marL="91450">
                    <a:noFill/>
                  </a:tcPr>
                </a:tc>
                <a:tc>
                  <a:txBody>
                    <a:bodyPr/>
                    <a:lstStyle/>
                    <a:p>
                      <a:pPr indent="0" lvl="0" marL="0" marR="0" rtl="0" algn="ctr">
                        <a:spcBef>
                          <a:spcPts val="0"/>
                        </a:spcBef>
                        <a:spcAft>
                          <a:spcPts val="0"/>
                        </a:spcAft>
                        <a:buNone/>
                      </a:pPr>
                      <a:r>
                        <a:rPr lang="en-GB" sz="1800"/>
                        <a:t>B</a:t>
                      </a:r>
                      <a:endParaRPr/>
                    </a:p>
                  </a:txBody>
                  <a:tcPr marT="45725" marB="45725" marR="91450" marL="91450">
                    <a:noFill/>
                  </a:tcPr>
                </a:tc>
                <a:tc>
                  <a:txBody>
                    <a:bodyPr/>
                    <a:lstStyle/>
                    <a:p>
                      <a:pPr indent="0" lvl="0" marL="0" marR="0" rtl="0" algn="ctr">
                        <a:spcBef>
                          <a:spcPts val="0"/>
                        </a:spcBef>
                        <a:spcAft>
                          <a:spcPts val="0"/>
                        </a:spcAft>
                        <a:buNone/>
                      </a:pPr>
                      <a:r>
                        <a:rPr lang="en-GB" sz="1800"/>
                        <a:t>C</a:t>
                      </a:r>
                      <a:endParaRPr/>
                    </a:p>
                  </a:txBody>
                  <a:tcPr marT="45725" marB="45725" marR="91450" marL="91450">
                    <a:noFill/>
                  </a:tcPr>
                </a:tc>
                <a:tc>
                  <a:txBody>
                    <a:bodyPr/>
                    <a:lstStyle/>
                    <a:p>
                      <a:pPr indent="0" lvl="0" marL="0" marR="0" rtl="0" algn="ctr">
                        <a:spcBef>
                          <a:spcPts val="0"/>
                        </a:spcBef>
                        <a:spcAft>
                          <a:spcPts val="0"/>
                        </a:spcAft>
                        <a:buNone/>
                      </a:pPr>
                      <a:r>
                        <a:rPr lang="en-GB" sz="1800"/>
                        <a:t>D</a:t>
                      </a:r>
                      <a:endParaRPr/>
                    </a:p>
                  </a:txBody>
                  <a:tcPr marT="45725" marB="45725" marR="91450" marL="91450">
                    <a:noFill/>
                  </a:tcPr>
                </a:tc>
                <a:tc>
                  <a:txBody>
                    <a:bodyPr/>
                    <a:lstStyle/>
                    <a:p>
                      <a:pPr indent="0" lvl="0" marL="0" marR="0" rtl="0" algn="ctr">
                        <a:spcBef>
                          <a:spcPts val="0"/>
                        </a:spcBef>
                        <a:spcAft>
                          <a:spcPts val="0"/>
                        </a:spcAft>
                        <a:buNone/>
                      </a:pPr>
                      <a:r>
                        <a:rPr lang="en-GB" sz="1800"/>
                        <a:t>E</a:t>
                      </a:r>
                      <a:endParaRPr/>
                    </a:p>
                  </a:txBody>
                  <a:tcPr marT="45725" marB="45725" marR="91450" marL="91450">
                    <a:noFill/>
                  </a:tcPr>
                </a:tc>
                <a:tc>
                  <a:txBody>
                    <a:bodyPr/>
                    <a:lstStyle/>
                    <a:p>
                      <a:pPr indent="0" lvl="0" marL="0" marR="0" rtl="0" algn="ctr">
                        <a:spcBef>
                          <a:spcPts val="0"/>
                        </a:spcBef>
                        <a:spcAft>
                          <a:spcPts val="0"/>
                        </a:spcAft>
                        <a:buNone/>
                      </a:pPr>
                      <a:r>
                        <a:rPr lang="en-GB" sz="1800"/>
                        <a:t>F</a:t>
                      </a:r>
                      <a:endParaRPr/>
                    </a:p>
                  </a:txBody>
                  <a:tcPr marT="45725" marB="45725" marR="91450" marL="91450">
                    <a:noFill/>
                  </a:tcPr>
                </a:tc>
                <a:tc>
                  <a:txBody>
                    <a:bodyPr/>
                    <a:lstStyle/>
                    <a:p>
                      <a:pPr indent="0" lvl="0" marL="0" marR="0" rtl="0" algn="ctr">
                        <a:spcBef>
                          <a:spcPts val="0"/>
                        </a:spcBef>
                        <a:spcAft>
                          <a:spcPts val="0"/>
                        </a:spcAft>
                        <a:buNone/>
                      </a:pPr>
                      <a:r>
                        <a:rPr lang="en-GB" sz="1800"/>
                        <a:t>G</a:t>
                      </a:r>
                      <a:endParaRPr/>
                    </a:p>
                  </a:txBody>
                  <a:tcPr marT="45725" marB="45725" marR="91450" marL="91450">
                    <a:noFill/>
                  </a:tcPr>
                </a:tc>
                <a:tc>
                  <a:txBody>
                    <a:bodyPr/>
                    <a:lstStyle/>
                    <a:p>
                      <a:pPr indent="0" lvl="0" marL="0" marR="0" rtl="0" algn="ctr">
                        <a:spcBef>
                          <a:spcPts val="0"/>
                        </a:spcBef>
                        <a:spcAft>
                          <a:spcPts val="0"/>
                        </a:spcAft>
                        <a:buNone/>
                      </a:pPr>
                      <a:r>
                        <a:rPr lang="en-GB" sz="1800"/>
                        <a:t>I</a:t>
                      </a:r>
                      <a:endParaRPr/>
                    </a:p>
                  </a:txBody>
                  <a:tcPr marT="45725" marB="45725" marR="91450" marL="91450">
                    <a:noFill/>
                  </a:tcPr>
                </a:tc>
                <a:tc>
                  <a:txBody>
                    <a:bodyPr/>
                    <a:lstStyle/>
                    <a:p>
                      <a:pPr indent="0" lvl="0" marL="0" marR="0" rtl="0" algn="ctr">
                        <a:spcBef>
                          <a:spcPts val="0"/>
                        </a:spcBef>
                        <a:spcAft>
                          <a:spcPts val="0"/>
                        </a:spcAft>
                        <a:buNone/>
                      </a:pPr>
                      <a:r>
                        <a:rPr lang="en-GB" sz="1800"/>
                        <a:t>L</a:t>
                      </a:r>
                      <a:endParaRPr/>
                    </a:p>
                  </a:txBody>
                  <a:tcPr marT="45725" marB="45725" marR="91450" marL="91450">
                    <a:noFill/>
                  </a:tcPr>
                </a:tc>
                <a:tc>
                  <a:txBody>
                    <a:bodyPr/>
                    <a:lstStyle/>
                    <a:p>
                      <a:pPr indent="0" lvl="0" marL="0" marR="0" rtl="0" algn="ctr">
                        <a:spcBef>
                          <a:spcPts val="0"/>
                        </a:spcBef>
                        <a:spcAft>
                          <a:spcPts val="0"/>
                        </a:spcAft>
                        <a:buNone/>
                      </a:pPr>
                      <a:r>
                        <a:rPr lang="en-GB" sz="1800"/>
                        <a:t>M</a:t>
                      </a:r>
                      <a:endParaRPr/>
                    </a:p>
                  </a:txBody>
                  <a:tcPr marT="45725" marB="45725" marR="91450" marL="91450">
                    <a:noFill/>
                  </a:tcPr>
                </a:tc>
                <a:tc>
                  <a:txBody>
                    <a:bodyPr/>
                    <a:lstStyle/>
                    <a:p>
                      <a:pPr indent="0" lvl="0" marL="0" marR="0" rtl="0" algn="ctr">
                        <a:spcBef>
                          <a:spcPts val="0"/>
                        </a:spcBef>
                        <a:spcAft>
                          <a:spcPts val="0"/>
                        </a:spcAft>
                        <a:buNone/>
                      </a:pPr>
                      <a:r>
                        <a:rPr lang="en-GB" sz="1800"/>
                        <a:t>N</a:t>
                      </a:r>
                      <a:endParaRPr/>
                    </a:p>
                  </a:txBody>
                  <a:tcPr marT="45725" marB="45725" marR="91450" marL="91450">
                    <a:noFill/>
                  </a:tcPr>
                </a:tc>
                <a:tc>
                  <a:txBody>
                    <a:bodyPr/>
                    <a:lstStyle/>
                    <a:p>
                      <a:pPr indent="0" lvl="0" marL="0" marR="0" rtl="0" algn="ctr">
                        <a:spcBef>
                          <a:spcPts val="0"/>
                        </a:spcBef>
                        <a:spcAft>
                          <a:spcPts val="0"/>
                        </a:spcAft>
                        <a:buNone/>
                      </a:pPr>
                      <a:r>
                        <a:rPr lang="en-GB" sz="1800"/>
                        <a:t>O</a:t>
                      </a:r>
                      <a:endParaRPr/>
                    </a:p>
                  </a:txBody>
                  <a:tcPr marT="45725" marB="45725" marR="91450" marL="91450">
                    <a:noFill/>
                  </a:tcPr>
                </a:tc>
                <a:tc>
                  <a:txBody>
                    <a:bodyPr/>
                    <a:lstStyle/>
                    <a:p>
                      <a:pPr indent="0" lvl="0" marL="0" marR="0" rtl="0" algn="ctr">
                        <a:spcBef>
                          <a:spcPts val="0"/>
                        </a:spcBef>
                        <a:spcAft>
                          <a:spcPts val="0"/>
                        </a:spcAft>
                        <a:buNone/>
                      </a:pPr>
                      <a:r>
                        <a:rPr lang="en-GB" sz="1800"/>
                        <a:t>P</a:t>
                      </a:r>
                      <a:endParaRPr/>
                    </a:p>
                  </a:txBody>
                  <a:tcPr marT="45725" marB="45725" marR="91450" marL="91450">
                    <a:noFill/>
                  </a:tcPr>
                </a:tc>
                <a:tc>
                  <a:txBody>
                    <a:bodyPr/>
                    <a:lstStyle/>
                    <a:p>
                      <a:pPr indent="0" lvl="0" marL="0" marR="0" rtl="0" algn="ctr">
                        <a:spcBef>
                          <a:spcPts val="0"/>
                        </a:spcBef>
                        <a:spcAft>
                          <a:spcPts val="0"/>
                        </a:spcAft>
                        <a:buNone/>
                      </a:pPr>
                      <a:r>
                        <a:rPr lang="en-GB" sz="1800"/>
                        <a:t>Q</a:t>
                      </a:r>
                      <a:endParaRPr/>
                    </a:p>
                  </a:txBody>
                  <a:tcPr marT="45725" marB="45725" marR="91450" marL="91450">
                    <a:noFill/>
                  </a:tcPr>
                </a:tc>
                <a:tc>
                  <a:txBody>
                    <a:bodyPr/>
                    <a:lstStyle/>
                    <a:p>
                      <a:pPr indent="0" lvl="0" marL="0" marR="0" rtl="0" algn="ctr">
                        <a:spcBef>
                          <a:spcPts val="0"/>
                        </a:spcBef>
                        <a:spcAft>
                          <a:spcPts val="0"/>
                        </a:spcAft>
                        <a:buNone/>
                      </a:pPr>
                      <a:r>
                        <a:rPr lang="en-GB" sz="1800"/>
                        <a:t>R</a:t>
                      </a:r>
                      <a:endParaRPr/>
                    </a:p>
                  </a:txBody>
                  <a:tcPr marT="45725" marB="45725" marR="91450" marL="91450">
                    <a:noFill/>
                  </a:tcPr>
                </a:tc>
                <a:tc>
                  <a:txBody>
                    <a:bodyPr/>
                    <a:lstStyle/>
                    <a:p>
                      <a:pPr indent="0" lvl="0" marL="0" marR="0" rtl="0" algn="ctr">
                        <a:spcBef>
                          <a:spcPts val="0"/>
                        </a:spcBef>
                        <a:spcAft>
                          <a:spcPts val="0"/>
                        </a:spcAft>
                        <a:buNone/>
                      </a:pPr>
                      <a:r>
                        <a:rPr lang="en-GB" sz="1800"/>
                        <a:t>S</a:t>
                      </a:r>
                      <a:endParaRPr/>
                    </a:p>
                  </a:txBody>
                  <a:tcPr marT="45725" marB="45725" marR="91450" marL="91450">
                    <a:noFill/>
                  </a:tcPr>
                </a:tc>
                <a:tc>
                  <a:txBody>
                    <a:bodyPr/>
                    <a:lstStyle/>
                    <a:p>
                      <a:pPr indent="0" lvl="0" marL="0" marR="0" rtl="0" algn="ctr">
                        <a:spcBef>
                          <a:spcPts val="0"/>
                        </a:spcBef>
                        <a:spcAft>
                          <a:spcPts val="0"/>
                        </a:spcAft>
                        <a:buNone/>
                      </a:pPr>
                      <a:r>
                        <a:rPr lang="en-GB" sz="1800"/>
                        <a:t>T</a:t>
                      </a:r>
                      <a:endParaRPr/>
                    </a:p>
                  </a:txBody>
                  <a:tcPr marT="45725" marB="45725" marR="91450" marL="91450">
                    <a:noFill/>
                  </a:tcPr>
                </a:tc>
                <a:tc>
                  <a:txBody>
                    <a:bodyPr/>
                    <a:lstStyle/>
                    <a:p>
                      <a:pPr indent="0" lvl="0" marL="0" marR="0" rtl="0" algn="ctr">
                        <a:spcBef>
                          <a:spcPts val="0"/>
                        </a:spcBef>
                        <a:spcAft>
                          <a:spcPts val="0"/>
                        </a:spcAft>
                        <a:buNone/>
                      </a:pPr>
                      <a:r>
                        <a:rPr lang="en-GB" sz="1800"/>
                        <a:t>V</a:t>
                      </a:r>
                      <a:endParaRPr/>
                    </a:p>
                  </a:txBody>
                  <a:tcPr marT="45725" marB="45725" marR="91450" marL="91450">
                    <a:noFill/>
                  </a:tcPr>
                </a:tc>
                <a:tc>
                  <a:txBody>
                    <a:bodyPr/>
                    <a:lstStyle/>
                    <a:p>
                      <a:pPr indent="0" lvl="0" marL="0" marR="0" rtl="0" algn="ctr">
                        <a:spcBef>
                          <a:spcPts val="0"/>
                        </a:spcBef>
                        <a:spcAft>
                          <a:spcPts val="0"/>
                        </a:spcAft>
                        <a:buNone/>
                      </a:pPr>
                      <a:r>
                        <a:rPr lang="en-GB" sz="1800"/>
                        <a:t>X</a:t>
                      </a:r>
                      <a:endParaRPr/>
                    </a:p>
                  </a:txBody>
                  <a:tcPr marT="45725" marB="45725" marR="91450" marL="91450">
                    <a:noFill/>
                  </a:tcPr>
                </a:tc>
                <a:tc>
                  <a:txBody>
                    <a:bodyPr/>
                    <a:lstStyle/>
                    <a:p>
                      <a:pPr indent="0" lvl="0" marL="0" marR="0" rtl="0" algn="ctr">
                        <a:spcBef>
                          <a:spcPts val="0"/>
                        </a:spcBef>
                        <a:spcAft>
                          <a:spcPts val="0"/>
                        </a:spcAft>
                        <a:buNone/>
                      </a:pPr>
                      <a:r>
                        <a:rPr lang="en-GB" sz="1800"/>
                        <a:t>Z</a:t>
                      </a:r>
                      <a:endParaRPr/>
                    </a:p>
                  </a:txBody>
                  <a:tcPr marT="45725" marB="45725" marR="91450" marL="91450">
                    <a:noFill/>
                  </a:tcPr>
                </a:tc>
                <a:tc>
                  <a:txBody>
                    <a:bodyPr/>
                    <a:lstStyle/>
                    <a:p>
                      <a:pPr indent="0" lvl="0" marL="0" marR="0" rtl="0" algn="ctr">
                        <a:spcBef>
                          <a:spcPts val="0"/>
                        </a:spcBef>
                        <a:spcAft>
                          <a:spcPts val="0"/>
                        </a:spcAft>
                        <a:buNone/>
                      </a:pPr>
                      <a:r>
                        <a:rPr lang="en-GB" sz="1800"/>
                        <a:t>1</a:t>
                      </a:r>
                      <a:endParaRPr/>
                    </a:p>
                  </a:txBody>
                  <a:tcPr marT="45725" marB="45725" marR="91450" marL="91450">
                    <a:noFill/>
                  </a:tcPr>
                </a:tc>
                <a:tc>
                  <a:txBody>
                    <a:bodyPr/>
                    <a:lstStyle/>
                    <a:p>
                      <a:pPr indent="0" lvl="0" marL="0" marR="0" rtl="0" algn="ctr">
                        <a:spcBef>
                          <a:spcPts val="0"/>
                        </a:spcBef>
                        <a:spcAft>
                          <a:spcPts val="0"/>
                        </a:spcAft>
                        <a:buNone/>
                      </a:pPr>
                      <a:r>
                        <a:rPr lang="en-GB" sz="1800"/>
                        <a:t>2</a:t>
                      </a:r>
                      <a:endParaRPr/>
                    </a:p>
                  </a:txBody>
                  <a:tcPr marT="45725" marB="45725" marR="91450" marL="91450">
                    <a:noFill/>
                  </a:tcPr>
                </a:tc>
                <a:tc>
                  <a:txBody>
                    <a:bodyPr/>
                    <a:lstStyle/>
                    <a:p>
                      <a:pPr indent="0" lvl="0" marL="0" marR="0" rtl="0" algn="ctr">
                        <a:spcBef>
                          <a:spcPts val="0"/>
                        </a:spcBef>
                        <a:spcAft>
                          <a:spcPts val="0"/>
                        </a:spcAft>
                        <a:buNone/>
                      </a:pPr>
                      <a:r>
                        <a:rPr lang="en-GB" sz="1800"/>
                        <a:t>3</a:t>
                      </a:r>
                      <a:endParaRPr/>
                    </a:p>
                  </a:txBody>
                  <a:tcPr marT="45725" marB="45725" marR="91450" marL="91450">
                    <a:noFill/>
                  </a:tcPr>
                </a:tc>
                <a:tc>
                  <a:txBody>
                    <a:bodyPr/>
                    <a:lstStyle/>
                    <a:p>
                      <a:pPr indent="0" lvl="0" marL="0" marR="0" rtl="0" algn="ctr">
                        <a:spcBef>
                          <a:spcPts val="0"/>
                        </a:spcBef>
                        <a:spcAft>
                          <a:spcPts val="0"/>
                        </a:spcAft>
                        <a:buNone/>
                      </a:pPr>
                      <a:r>
                        <a:rPr lang="en-GB" sz="1800"/>
                        <a:t>4</a:t>
                      </a:r>
                      <a:endParaRPr/>
                    </a:p>
                  </a:txBody>
                  <a:tcPr marT="45725" marB="45725" marR="91450" marL="91450">
                    <a:noFill/>
                  </a:tcPr>
                </a:tc>
              </a:tr>
              <a:tr h="370850">
                <a:tc>
                  <a:txBody>
                    <a:bodyPr/>
                    <a:lstStyle/>
                    <a:p>
                      <a:pPr indent="0" lvl="0" marL="0" marR="0" rtl="0" algn="ctr">
                        <a:spcBef>
                          <a:spcPts val="0"/>
                        </a:spcBef>
                        <a:spcAft>
                          <a:spcPts val="0"/>
                        </a:spcAft>
                        <a:buNone/>
                      </a:pPr>
                      <a:r>
                        <a:rPr lang="en-GB" sz="1800" cap="none"/>
                        <a:t>g</a:t>
                      </a:r>
                      <a:endParaRPr/>
                    </a:p>
                  </a:txBody>
                  <a:tcPr marT="45725" marB="45725" marR="91450" marL="91450">
                    <a:noFill/>
                  </a:tcPr>
                </a:tc>
                <a:tc>
                  <a:txBody>
                    <a:bodyPr/>
                    <a:lstStyle/>
                    <a:p>
                      <a:pPr indent="0" lvl="0" marL="0" marR="0" rtl="0" algn="ctr">
                        <a:spcBef>
                          <a:spcPts val="0"/>
                        </a:spcBef>
                        <a:spcAft>
                          <a:spcPts val="0"/>
                        </a:spcAft>
                        <a:buNone/>
                      </a:pPr>
                      <a:r>
                        <a:rPr lang="en-GB" sz="1800" cap="none"/>
                        <a:t>k</a:t>
                      </a:r>
                      <a:endParaRPr/>
                    </a:p>
                  </a:txBody>
                  <a:tcPr marT="45725" marB="45725" marR="91450" marL="91450">
                    <a:noFill/>
                  </a:tcPr>
                </a:tc>
                <a:tc>
                  <a:txBody>
                    <a:bodyPr/>
                    <a:lstStyle/>
                    <a:p>
                      <a:pPr indent="0" lvl="0" marL="0" marR="0" rtl="0" algn="ctr">
                        <a:spcBef>
                          <a:spcPts val="0"/>
                        </a:spcBef>
                        <a:spcAft>
                          <a:spcPts val="0"/>
                        </a:spcAft>
                        <a:buNone/>
                      </a:pPr>
                      <a:r>
                        <a:rPr lang="en-GB" sz="1800" cap="none"/>
                        <a:t>l</a:t>
                      </a:r>
                      <a:endParaRPr/>
                    </a:p>
                  </a:txBody>
                  <a:tcPr marT="45725" marB="45725" marR="91450" marL="91450">
                    <a:noFill/>
                  </a:tcPr>
                </a:tc>
                <a:tc>
                  <a:txBody>
                    <a:bodyPr/>
                    <a:lstStyle/>
                    <a:p>
                      <a:pPr indent="0" lvl="0" marL="0" marR="0" rtl="0" algn="ctr">
                        <a:spcBef>
                          <a:spcPts val="0"/>
                        </a:spcBef>
                        <a:spcAft>
                          <a:spcPts val="0"/>
                        </a:spcAft>
                        <a:buNone/>
                      </a:pPr>
                      <a:r>
                        <a:rPr lang="en-GB" sz="1800" cap="none"/>
                        <a:t>n</a:t>
                      </a:r>
                      <a:endParaRPr/>
                    </a:p>
                  </a:txBody>
                  <a:tcPr marT="45725" marB="45725" marR="91450" marL="91450">
                    <a:noFill/>
                  </a:tcPr>
                </a:tc>
                <a:tc>
                  <a:txBody>
                    <a:bodyPr/>
                    <a:lstStyle/>
                    <a:p>
                      <a:pPr indent="0" lvl="0" marL="0" marR="0" rtl="0" algn="ctr">
                        <a:spcBef>
                          <a:spcPts val="0"/>
                        </a:spcBef>
                        <a:spcAft>
                          <a:spcPts val="0"/>
                        </a:spcAft>
                        <a:buNone/>
                      </a:pPr>
                      <a:r>
                        <a:rPr lang="en-GB" sz="1800" cap="none"/>
                        <a:t>p</a:t>
                      </a:r>
                      <a:endParaRPr/>
                    </a:p>
                  </a:txBody>
                  <a:tcPr marT="45725" marB="45725" marR="91450" marL="91450">
                    <a:noFill/>
                  </a:tcPr>
                </a:tc>
                <a:tc>
                  <a:txBody>
                    <a:bodyPr/>
                    <a:lstStyle/>
                    <a:p>
                      <a:pPr indent="0" lvl="0" marL="0" marR="0" rtl="0" algn="ctr">
                        <a:spcBef>
                          <a:spcPts val="0"/>
                        </a:spcBef>
                        <a:spcAft>
                          <a:spcPts val="0"/>
                        </a:spcAft>
                        <a:buNone/>
                      </a:pPr>
                      <a:r>
                        <a:rPr lang="en-GB" sz="1800" cap="none"/>
                        <a:t>r</a:t>
                      </a:r>
                      <a:endParaRPr/>
                    </a:p>
                  </a:txBody>
                  <a:tcPr marT="45725" marB="45725" marR="91450" marL="91450">
                    <a:noFill/>
                  </a:tcPr>
                </a:tc>
                <a:tc>
                  <a:txBody>
                    <a:bodyPr/>
                    <a:lstStyle/>
                    <a:p>
                      <a:pPr indent="0" lvl="0" marL="0" marR="0" rtl="0" algn="ctr">
                        <a:spcBef>
                          <a:spcPts val="0"/>
                        </a:spcBef>
                        <a:spcAft>
                          <a:spcPts val="0"/>
                        </a:spcAft>
                        <a:buNone/>
                      </a:pPr>
                      <a:r>
                        <a:rPr lang="en-GB" sz="1800" cap="none"/>
                        <a:t>t</a:t>
                      </a:r>
                      <a:endParaRPr/>
                    </a:p>
                  </a:txBody>
                  <a:tcPr marT="45725" marB="45725" marR="91450" marL="91450">
                    <a:noFill/>
                  </a:tcPr>
                </a:tc>
                <a:tc>
                  <a:txBody>
                    <a:bodyPr/>
                    <a:lstStyle/>
                    <a:p>
                      <a:pPr indent="0" lvl="0" marL="0" marR="0" rtl="0" algn="ctr">
                        <a:spcBef>
                          <a:spcPts val="0"/>
                        </a:spcBef>
                        <a:spcAft>
                          <a:spcPts val="0"/>
                        </a:spcAft>
                        <a:buNone/>
                      </a:pPr>
                      <a:r>
                        <a:rPr lang="en-GB" sz="1800" cap="none"/>
                        <a:t>v</a:t>
                      </a:r>
                      <a:endParaRPr/>
                    </a:p>
                  </a:txBody>
                  <a:tcPr marT="45725" marB="45725" marR="91450" marL="91450">
                    <a:noFill/>
                  </a:tcPr>
                </a:tc>
                <a:tc>
                  <a:txBody>
                    <a:bodyPr/>
                    <a:lstStyle/>
                    <a:p>
                      <a:pPr indent="0" lvl="0" marL="0" marR="0" rtl="0" algn="ctr">
                        <a:spcBef>
                          <a:spcPts val="0"/>
                        </a:spcBef>
                        <a:spcAft>
                          <a:spcPts val="0"/>
                        </a:spcAft>
                        <a:buNone/>
                      </a:pPr>
                      <a:r>
                        <a:rPr lang="en-GB" sz="1800" cap="none"/>
                        <a:t>z</a:t>
                      </a:r>
                      <a:endParaRPr/>
                    </a:p>
                  </a:txBody>
                  <a:tcPr marT="45725" marB="45725" marR="91450" marL="91450">
                    <a:noFill/>
                  </a:tcPr>
                </a:tc>
                <a:tc>
                  <a:txBody>
                    <a:bodyPr/>
                    <a:lstStyle/>
                    <a:p>
                      <a:pPr indent="0" lvl="0" marL="0" marR="0" rtl="0" algn="ctr">
                        <a:spcBef>
                          <a:spcPts val="0"/>
                        </a:spcBef>
                        <a:spcAft>
                          <a:spcPts val="0"/>
                        </a:spcAft>
                        <a:buNone/>
                      </a:pPr>
                      <a:r>
                        <a:rPr lang="en-GB" sz="1800" cap="none"/>
                        <a:t>&amp;</a:t>
                      </a:r>
                      <a:endParaRPr/>
                    </a:p>
                  </a:txBody>
                  <a:tcPr marT="45725" marB="45725" marR="91450" marL="91450">
                    <a:noFill/>
                  </a:tcPr>
                </a:tc>
                <a:tc>
                  <a:txBody>
                    <a:bodyPr/>
                    <a:lstStyle/>
                    <a:p>
                      <a:pPr indent="0" lvl="0" marL="0" marR="0" rtl="0" algn="ctr">
                        <a:spcBef>
                          <a:spcPts val="0"/>
                        </a:spcBef>
                        <a:spcAft>
                          <a:spcPts val="0"/>
                        </a:spcAft>
                        <a:buNone/>
                      </a:pPr>
                      <a:r>
                        <a:rPr lang="en-GB" sz="1800" cap="none"/>
                        <a:t>x</a:t>
                      </a:r>
                      <a:endParaRPr/>
                    </a:p>
                  </a:txBody>
                  <a:tcPr marT="45725" marB="45725" marR="91450" marL="91450">
                    <a:noFill/>
                  </a:tcPr>
                </a:tc>
                <a:tc>
                  <a:txBody>
                    <a:bodyPr/>
                    <a:lstStyle/>
                    <a:p>
                      <a:pPr indent="0" lvl="0" marL="0" marR="0" rtl="0" algn="ctr">
                        <a:spcBef>
                          <a:spcPts val="0"/>
                        </a:spcBef>
                        <a:spcAft>
                          <a:spcPts val="0"/>
                        </a:spcAft>
                        <a:buNone/>
                      </a:pPr>
                      <a:r>
                        <a:rPr lang="en-GB" sz="1800" cap="none"/>
                        <a:t>y</a:t>
                      </a:r>
                      <a:endParaRPr/>
                    </a:p>
                  </a:txBody>
                  <a:tcPr marT="45725" marB="45725" marR="91450" marL="91450">
                    <a:noFill/>
                  </a:tcPr>
                </a:tc>
                <a:tc>
                  <a:txBody>
                    <a:bodyPr/>
                    <a:lstStyle/>
                    <a:p>
                      <a:pPr indent="0" lvl="0" marL="0" marR="0" rtl="0" algn="ctr">
                        <a:spcBef>
                          <a:spcPts val="0"/>
                        </a:spcBef>
                        <a:spcAft>
                          <a:spcPts val="0"/>
                        </a:spcAft>
                        <a:buNone/>
                      </a:pPr>
                      <a:r>
                        <a:rPr lang="en-GB" sz="1800" cap="none"/>
                        <a:t>s</a:t>
                      </a:r>
                      <a:endParaRPr/>
                    </a:p>
                  </a:txBody>
                  <a:tcPr marT="45725" marB="45725" marR="91450" marL="91450">
                    <a:noFill/>
                  </a:tcPr>
                </a:tc>
                <a:tc>
                  <a:txBody>
                    <a:bodyPr/>
                    <a:lstStyle/>
                    <a:p>
                      <a:pPr indent="0" lvl="0" marL="0" marR="0" rtl="0" algn="ctr">
                        <a:spcBef>
                          <a:spcPts val="0"/>
                        </a:spcBef>
                        <a:spcAft>
                          <a:spcPts val="0"/>
                        </a:spcAft>
                        <a:buNone/>
                      </a:pPr>
                      <a:r>
                        <a:rPr lang="en-GB" sz="1800" cap="none"/>
                        <a:t>o</a:t>
                      </a:r>
                      <a:endParaRPr/>
                    </a:p>
                  </a:txBody>
                  <a:tcPr marT="45725" marB="45725" marR="91450" marL="91450">
                    <a:noFill/>
                  </a:tcPr>
                </a:tc>
                <a:tc>
                  <a:txBody>
                    <a:bodyPr/>
                    <a:lstStyle/>
                    <a:p>
                      <a:pPr indent="0" lvl="0" marL="0" marR="0" rtl="0" algn="ctr">
                        <a:spcBef>
                          <a:spcPts val="0"/>
                        </a:spcBef>
                        <a:spcAft>
                          <a:spcPts val="0"/>
                        </a:spcAft>
                        <a:buNone/>
                      </a:pPr>
                      <a:r>
                        <a:rPr lang="en-GB" sz="1800" cap="none"/>
                        <a:t>m</a:t>
                      </a:r>
                      <a:endParaRPr/>
                    </a:p>
                  </a:txBody>
                  <a:tcPr marT="45725" marB="45725" marR="91450" marL="91450">
                    <a:noFill/>
                  </a:tcPr>
                </a:tc>
                <a:tc>
                  <a:txBody>
                    <a:bodyPr/>
                    <a:lstStyle/>
                    <a:p>
                      <a:pPr indent="0" lvl="0" marL="0" marR="0" rtl="0" algn="ctr">
                        <a:spcBef>
                          <a:spcPts val="0"/>
                        </a:spcBef>
                        <a:spcAft>
                          <a:spcPts val="0"/>
                        </a:spcAft>
                        <a:buNone/>
                      </a:pPr>
                      <a:r>
                        <a:rPr lang="en-GB" sz="1800" cap="none"/>
                        <a:t>q</a:t>
                      </a:r>
                      <a:endParaRPr/>
                    </a:p>
                  </a:txBody>
                  <a:tcPr marT="45725" marB="45725" marR="91450" marL="91450">
                    <a:noFill/>
                  </a:tcPr>
                </a:tc>
                <a:tc>
                  <a:txBody>
                    <a:bodyPr/>
                    <a:lstStyle/>
                    <a:p>
                      <a:pPr indent="0" lvl="0" marL="0" marR="0" rtl="0" algn="ctr">
                        <a:spcBef>
                          <a:spcPts val="0"/>
                        </a:spcBef>
                        <a:spcAft>
                          <a:spcPts val="0"/>
                        </a:spcAft>
                        <a:buNone/>
                      </a:pPr>
                      <a:r>
                        <a:rPr lang="en-GB" sz="1800" cap="none"/>
                        <a:t>i</a:t>
                      </a:r>
                      <a:endParaRPr sz="1800" cap="none"/>
                    </a:p>
                  </a:txBody>
                  <a:tcPr marT="45725" marB="45725" marR="91450" marL="91450">
                    <a:noFill/>
                  </a:tcPr>
                </a:tc>
                <a:tc>
                  <a:txBody>
                    <a:bodyPr/>
                    <a:lstStyle/>
                    <a:p>
                      <a:pPr indent="0" lvl="0" marL="0" marR="0" rtl="0" algn="ctr">
                        <a:spcBef>
                          <a:spcPts val="0"/>
                        </a:spcBef>
                        <a:spcAft>
                          <a:spcPts val="0"/>
                        </a:spcAft>
                        <a:buNone/>
                      </a:pPr>
                      <a:r>
                        <a:rPr lang="en-GB" sz="1800" cap="none"/>
                        <a:t>h</a:t>
                      </a:r>
                      <a:endParaRPr/>
                    </a:p>
                  </a:txBody>
                  <a:tcPr marT="45725" marB="45725" marR="91450" marL="91450">
                    <a:noFill/>
                  </a:tcPr>
                </a:tc>
                <a:tc>
                  <a:txBody>
                    <a:bodyPr/>
                    <a:lstStyle/>
                    <a:p>
                      <a:pPr indent="0" lvl="0" marL="0" marR="0" rtl="0" algn="ctr">
                        <a:spcBef>
                          <a:spcPts val="0"/>
                        </a:spcBef>
                        <a:spcAft>
                          <a:spcPts val="0"/>
                        </a:spcAft>
                        <a:buNone/>
                      </a:pPr>
                      <a:r>
                        <a:rPr lang="en-GB" sz="1800" cap="none"/>
                        <a:t>f</a:t>
                      </a:r>
                      <a:endParaRPr/>
                    </a:p>
                  </a:txBody>
                  <a:tcPr marT="45725" marB="45725" marR="91450" marL="91450">
                    <a:noFill/>
                  </a:tcPr>
                </a:tc>
                <a:tc>
                  <a:txBody>
                    <a:bodyPr/>
                    <a:lstStyle/>
                    <a:p>
                      <a:pPr indent="0" lvl="0" marL="0" marR="0" rtl="0" algn="ctr">
                        <a:spcBef>
                          <a:spcPts val="0"/>
                        </a:spcBef>
                        <a:spcAft>
                          <a:spcPts val="0"/>
                        </a:spcAft>
                        <a:buNone/>
                      </a:pPr>
                      <a:r>
                        <a:rPr lang="en-GB" sz="1800" cap="none"/>
                        <a:t>d</a:t>
                      </a:r>
                      <a:endParaRPr/>
                    </a:p>
                  </a:txBody>
                  <a:tcPr marT="45725" marB="45725" marR="91450" marL="91450">
                    <a:noFill/>
                  </a:tcPr>
                </a:tc>
                <a:tc>
                  <a:txBody>
                    <a:bodyPr/>
                    <a:lstStyle/>
                    <a:p>
                      <a:pPr indent="0" lvl="0" marL="0" marR="0" rtl="0" algn="ctr">
                        <a:spcBef>
                          <a:spcPts val="0"/>
                        </a:spcBef>
                        <a:spcAft>
                          <a:spcPts val="0"/>
                        </a:spcAft>
                        <a:buNone/>
                      </a:pPr>
                      <a:r>
                        <a:rPr lang="en-GB" sz="1800" cap="none"/>
                        <a:t>b</a:t>
                      </a:r>
                      <a:endParaRPr/>
                    </a:p>
                  </a:txBody>
                  <a:tcPr marT="45725" marB="45725" marR="91450" marL="91450">
                    <a:noFill/>
                  </a:tcPr>
                </a:tc>
                <a:tc>
                  <a:txBody>
                    <a:bodyPr/>
                    <a:lstStyle/>
                    <a:p>
                      <a:pPr indent="0" lvl="0" marL="0" marR="0" rtl="0" algn="ctr">
                        <a:spcBef>
                          <a:spcPts val="0"/>
                        </a:spcBef>
                        <a:spcAft>
                          <a:spcPts val="0"/>
                        </a:spcAft>
                        <a:buNone/>
                      </a:pPr>
                      <a:r>
                        <a:rPr lang="en-GB" sz="1800" cap="none"/>
                        <a:t>a</a:t>
                      </a:r>
                      <a:endParaRPr/>
                    </a:p>
                  </a:txBody>
                  <a:tcPr marT="45725" marB="45725" marR="91450" marL="91450">
                    <a:noFill/>
                  </a:tcPr>
                </a:tc>
                <a:tc>
                  <a:txBody>
                    <a:bodyPr/>
                    <a:lstStyle/>
                    <a:p>
                      <a:pPr indent="0" lvl="0" marL="0" marR="0" rtl="0" algn="ctr">
                        <a:spcBef>
                          <a:spcPts val="0"/>
                        </a:spcBef>
                        <a:spcAft>
                          <a:spcPts val="0"/>
                        </a:spcAft>
                        <a:buNone/>
                      </a:pPr>
                      <a:r>
                        <a:rPr lang="en-GB" sz="1800" cap="none"/>
                        <a:t>c</a:t>
                      </a:r>
                      <a:endParaRPr/>
                    </a:p>
                  </a:txBody>
                  <a:tcPr marT="45725" marB="45725" marR="91450" marL="91450">
                    <a:noFill/>
                  </a:tcPr>
                </a:tc>
                <a:tc>
                  <a:txBody>
                    <a:bodyPr/>
                    <a:lstStyle/>
                    <a:p>
                      <a:pPr indent="0" lvl="0" marL="0" marR="0" rtl="0" algn="ctr">
                        <a:spcBef>
                          <a:spcPts val="0"/>
                        </a:spcBef>
                        <a:spcAft>
                          <a:spcPts val="0"/>
                        </a:spcAft>
                        <a:buNone/>
                      </a:pPr>
                      <a:r>
                        <a:rPr lang="en-GB" sz="1800" cap="none"/>
                        <a:t>e</a:t>
                      </a:r>
                      <a:endParaRPr/>
                    </a:p>
                  </a:txBody>
                  <a:tcPr marT="45725" marB="45725" marR="91450" marL="91450">
                    <a:noFill/>
                  </a:tcPr>
                </a:tc>
              </a:tr>
            </a:tbl>
          </a:graphicData>
        </a:graphic>
      </p:graphicFrame>
      <p:sp>
        <p:nvSpPr>
          <p:cNvPr id="219" name="Google Shape;219;p11"/>
          <p:cNvSpPr txBox="1"/>
          <p:nvPr/>
        </p:nvSpPr>
        <p:spPr>
          <a:xfrm>
            <a:off x="1788744" y="3534250"/>
            <a:ext cx="14508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lettera chiave</a:t>
            </a:r>
            <a:endParaRPr sz="1800">
              <a:solidFill>
                <a:srgbClr val="FF0000"/>
              </a:solidFill>
              <a:latin typeface="Calibri"/>
              <a:ea typeface="Calibri"/>
              <a:cs typeface="Calibri"/>
              <a:sym typeface="Calibri"/>
            </a:endParaRPr>
          </a:p>
        </p:txBody>
      </p:sp>
      <p:graphicFrame>
        <p:nvGraphicFramePr>
          <p:cNvPr id="220" name="Google Shape;220;p11"/>
          <p:cNvGraphicFramePr/>
          <p:nvPr/>
        </p:nvGraphicFramePr>
        <p:xfrm>
          <a:off x="3152588" y="4509856"/>
          <a:ext cx="3000000" cy="3000000"/>
        </p:xfrm>
        <a:graphic>
          <a:graphicData uri="http://schemas.openxmlformats.org/drawingml/2006/table">
            <a:tbl>
              <a:tblPr bandRow="1" firstRow="1">
                <a:noFill/>
                <a:tableStyleId>{8E68E55E-5B9F-4CBF-B0FA-E5EBBC8F1E69}</a:tableStyleId>
              </a:tblPr>
              <a:tblGrid>
                <a:gridCol w="3733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gridCol w="338675"/>
              </a:tblGrid>
              <a:tr h="370850">
                <a:tc>
                  <a:txBody>
                    <a:bodyPr/>
                    <a:lstStyle/>
                    <a:p>
                      <a:pPr indent="0" lvl="0" marL="0" marR="0" rtl="0" algn="ctr">
                        <a:spcBef>
                          <a:spcPts val="0"/>
                        </a:spcBef>
                        <a:spcAft>
                          <a:spcPts val="0"/>
                        </a:spcAft>
                        <a:buNone/>
                      </a:pPr>
                      <a:r>
                        <a:rPr lang="en-GB" sz="1800"/>
                        <a:t>A</a:t>
                      </a:r>
                      <a:endParaRPr/>
                    </a:p>
                  </a:txBody>
                  <a:tcPr marT="45725" marB="45725" marR="91450" marL="91450">
                    <a:noFill/>
                  </a:tcPr>
                </a:tc>
                <a:tc>
                  <a:txBody>
                    <a:bodyPr/>
                    <a:lstStyle/>
                    <a:p>
                      <a:pPr indent="0" lvl="0" marL="0" marR="0" rtl="0" algn="ctr">
                        <a:spcBef>
                          <a:spcPts val="0"/>
                        </a:spcBef>
                        <a:spcAft>
                          <a:spcPts val="0"/>
                        </a:spcAft>
                        <a:buNone/>
                      </a:pPr>
                      <a:r>
                        <a:rPr lang="en-GB" sz="1800"/>
                        <a:t>B</a:t>
                      </a:r>
                      <a:endParaRPr/>
                    </a:p>
                  </a:txBody>
                  <a:tcPr marT="45725" marB="45725" marR="91450" marL="91450">
                    <a:noFill/>
                  </a:tcPr>
                </a:tc>
                <a:tc>
                  <a:txBody>
                    <a:bodyPr/>
                    <a:lstStyle/>
                    <a:p>
                      <a:pPr indent="0" lvl="0" marL="0" marR="0" rtl="0" algn="ctr">
                        <a:spcBef>
                          <a:spcPts val="0"/>
                        </a:spcBef>
                        <a:spcAft>
                          <a:spcPts val="0"/>
                        </a:spcAft>
                        <a:buNone/>
                      </a:pPr>
                      <a:r>
                        <a:rPr lang="en-GB" sz="1800"/>
                        <a:t>C</a:t>
                      </a:r>
                      <a:endParaRPr/>
                    </a:p>
                  </a:txBody>
                  <a:tcPr marT="45725" marB="45725" marR="91450" marL="91450">
                    <a:noFill/>
                  </a:tcPr>
                </a:tc>
                <a:tc>
                  <a:txBody>
                    <a:bodyPr/>
                    <a:lstStyle/>
                    <a:p>
                      <a:pPr indent="0" lvl="0" marL="0" marR="0" rtl="0" algn="ctr">
                        <a:spcBef>
                          <a:spcPts val="0"/>
                        </a:spcBef>
                        <a:spcAft>
                          <a:spcPts val="0"/>
                        </a:spcAft>
                        <a:buNone/>
                      </a:pPr>
                      <a:r>
                        <a:rPr lang="en-GB" sz="1800"/>
                        <a:t>D</a:t>
                      </a:r>
                      <a:endParaRPr/>
                    </a:p>
                  </a:txBody>
                  <a:tcPr marT="45725" marB="45725" marR="91450" marL="91450">
                    <a:noFill/>
                  </a:tcPr>
                </a:tc>
                <a:tc>
                  <a:txBody>
                    <a:bodyPr/>
                    <a:lstStyle/>
                    <a:p>
                      <a:pPr indent="0" lvl="0" marL="0" marR="0" rtl="0" algn="ctr">
                        <a:spcBef>
                          <a:spcPts val="0"/>
                        </a:spcBef>
                        <a:spcAft>
                          <a:spcPts val="0"/>
                        </a:spcAft>
                        <a:buNone/>
                      </a:pPr>
                      <a:r>
                        <a:rPr lang="en-GB" sz="1800"/>
                        <a:t>E</a:t>
                      </a:r>
                      <a:endParaRPr/>
                    </a:p>
                  </a:txBody>
                  <a:tcPr marT="45725" marB="45725" marR="91450" marL="91450">
                    <a:noFill/>
                  </a:tcPr>
                </a:tc>
                <a:tc>
                  <a:txBody>
                    <a:bodyPr/>
                    <a:lstStyle/>
                    <a:p>
                      <a:pPr indent="0" lvl="0" marL="0" marR="0" rtl="0" algn="ctr">
                        <a:spcBef>
                          <a:spcPts val="0"/>
                        </a:spcBef>
                        <a:spcAft>
                          <a:spcPts val="0"/>
                        </a:spcAft>
                        <a:buNone/>
                      </a:pPr>
                      <a:r>
                        <a:rPr lang="en-GB" sz="1800"/>
                        <a:t>F</a:t>
                      </a:r>
                      <a:endParaRPr/>
                    </a:p>
                  </a:txBody>
                  <a:tcPr marT="45725" marB="45725" marR="91450" marL="91450">
                    <a:noFill/>
                  </a:tcPr>
                </a:tc>
                <a:tc>
                  <a:txBody>
                    <a:bodyPr/>
                    <a:lstStyle/>
                    <a:p>
                      <a:pPr indent="0" lvl="0" marL="0" marR="0" rtl="0" algn="ctr">
                        <a:spcBef>
                          <a:spcPts val="0"/>
                        </a:spcBef>
                        <a:spcAft>
                          <a:spcPts val="0"/>
                        </a:spcAft>
                        <a:buNone/>
                      </a:pPr>
                      <a:r>
                        <a:rPr lang="en-GB" sz="1800"/>
                        <a:t>G</a:t>
                      </a:r>
                      <a:endParaRPr/>
                    </a:p>
                  </a:txBody>
                  <a:tcPr marT="45725" marB="45725" marR="91450" marL="91450">
                    <a:noFill/>
                  </a:tcPr>
                </a:tc>
                <a:tc>
                  <a:txBody>
                    <a:bodyPr/>
                    <a:lstStyle/>
                    <a:p>
                      <a:pPr indent="0" lvl="0" marL="0" marR="0" rtl="0" algn="ctr">
                        <a:spcBef>
                          <a:spcPts val="0"/>
                        </a:spcBef>
                        <a:spcAft>
                          <a:spcPts val="0"/>
                        </a:spcAft>
                        <a:buNone/>
                      </a:pPr>
                      <a:r>
                        <a:rPr lang="en-GB" sz="1800"/>
                        <a:t>I</a:t>
                      </a:r>
                      <a:endParaRPr/>
                    </a:p>
                  </a:txBody>
                  <a:tcPr marT="45725" marB="45725" marR="91450" marL="91450">
                    <a:noFill/>
                  </a:tcPr>
                </a:tc>
                <a:tc>
                  <a:txBody>
                    <a:bodyPr/>
                    <a:lstStyle/>
                    <a:p>
                      <a:pPr indent="0" lvl="0" marL="0" marR="0" rtl="0" algn="ctr">
                        <a:spcBef>
                          <a:spcPts val="0"/>
                        </a:spcBef>
                        <a:spcAft>
                          <a:spcPts val="0"/>
                        </a:spcAft>
                        <a:buNone/>
                      </a:pPr>
                      <a:r>
                        <a:rPr lang="en-GB" sz="1800"/>
                        <a:t>L</a:t>
                      </a:r>
                      <a:endParaRPr/>
                    </a:p>
                  </a:txBody>
                  <a:tcPr marT="45725" marB="45725" marR="91450" marL="91450">
                    <a:noFill/>
                  </a:tcPr>
                </a:tc>
                <a:tc>
                  <a:txBody>
                    <a:bodyPr/>
                    <a:lstStyle/>
                    <a:p>
                      <a:pPr indent="0" lvl="0" marL="0" marR="0" rtl="0" algn="ctr">
                        <a:spcBef>
                          <a:spcPts val="0"/>
                        </a:spcBef>
                        <a:spcAft>
                          <a:spcPts val="0"/>
                        </a:spcAft>
                        <a:buNone/>
                      </a:pPr>
                      <a:r>
                        <a:rPr lang="en-GB" sz="1800"/>
                        <a:t>M</a:t>
                      </a:r>
                      <a:endParaRPr/>
                    </a:p>
                  </a:txBody>
                  <a:tcPr marT="45725" marB="45725" marR="91450" marL="91450">
                    <a:noFill/>
                  </a:tcPr>
                </a:tc>
                <a:tc>
                  <a:txBody>
                    <a:bodyPr/>
                    <a:lstStyle/>
                    <a:p>
                      <a:pPr indent="0" lvl="0" marL="0" marR="0" rtl="0" algn="ctr">
                        <a:spcBef>
                          <a:spcPts val="0"/>
                        </a:spcBef>
                        <a:spcAft>
                          <a:spcPts val="0"/>
                        </a:spcAft>
                        <a:buNone/>
                      </a:pPr>
                      <a:r>
                        <a:rPr lang="en-GB" sz="1800"/>
                        <a:t>N</a:t>
                      </a:r>
                      <a:endParaRPr/>
                    </a:p>
                  </a:txBody>
                  <a:tcPr marT="45725" marB="45725" marR="91450" marL="91450">
                    <a:noFill/>
                  </a:tcPr>
                </a:tc>
                <a:tc>
                  <a:txBody>
                    <a:bodyPr/>
                    <a:lstStyle/>
                    <a:p>
                      <a:pPr indent="0" lvl="0" marL="0" marR="0" rtl="0" algn="ctr">
                        <a:spcBef>
                          <a:spcPts val="0"/>
                        </a:spcBef>
                        <a:spcAft>
                          <a:spcPts val="0"/>
                        </a:spcAft>
                        <a:buNone/>
                      </a:pPr>
                      <a:r>
                        <a:rPr lang="en-GB" sz="1800"/>
                        <a:t>O</a:t>
                      </a:r>
                      <a:endParaRPr/>
                    </a:p>
                  </a:txBody>
                  <a:tcPr marT="45725" marB="45725" marR="91450" marL="91450">
                    <a:noFill/>
                  </a:tcPr>
                </a:tc>
                <a:tc>
                  <a:txBody>
                    <a:bodyPr/>
                    <a:lstStyle/>
                    <a:p>
                      <a:pPr indent="0" lvl="0" marL="0" marR="0" rtl="0" algn="ctr">
                        <a:spcBef>
                          <a:spcPts val="0"/>
                        </a:spcBef>
                        <a:spcAft>
                          <a:spcPts val="0"/>
                        </a:spcAft>
                        <a:buNone/>
                      </a:pPr>
                      <a:r>
                        <a:rPr lang="en-GB" sz="1800"/>
                        <a:t>P</a:t>
                      </a:r>
                      <a:endParaRPr/>
                    </a:p>
                  </a:txBody>
                  <a:tcPr marT="45725" marB="45725" marR="91450" marL="91450">
                    <a:noFill/>
                  </a:tcPr>
                </a:tc>
                <a:tc>
                  <a:txBody>
                    <a:bodyPr/>
                    <a:lstStyle/>
                    <a:p>
                      <a:pPr indent="0" lvl="0" marL="0" marR="0" rtl="0" algn="ctr">
                        <a:spcBef>
                          <a:spcPts val="0"/>
                        </a:spcBef>
                        <a:spcAft>
                          <a:spcPts val="0"/>
                        </a:spcAft>
                        <a:buNone/>
                      </a:pPr>
                      <a:r>
                        <a:rPr lang="en-GB" sz="1800"/>
                        <a:t>Q</a:t>
                      </a:r>
                      <a:endParaRPr/>
                    </a:p>
                  </a:txBody>
                  <a:tcPr marT="45725" marB="45725" marR="91450" marL="91450">
                    <a:noFill/>
                  </a:tcPr>
                </a:tc>
                <a:tc>
                  <a:txBody>
                    <a:bodyPr/>
                    <a:lstStyle/>
                    <a:p>
                      <a:pPr indent="0" lvl="0" marL="0" marR="0" rtl="0" algn="ctr">
                        <a:spcBef>
                          <a:spcPts val="0"/>
                        </a:spcBef>
                        <a:spcAft>
                          <a:spcPts val="0"/>
                        </a:spcAft>
                        <a:buNone/>
                      </a:pPr>
                      <a:r>
                        <a:rPr lang="en-GB" sz="1800"/>
                        <a:t>R</a:t>
                      </a:r>
                      <a:endParaRPr/>
                    </a:p>
                  </a:txBody>
                  <a:tcPr marT="45725" marB="45725" marR="91450" marL="91450">
                    <a:noFill/>
                  </a:tcPr>
                </a:tc>
                <a:tc>
                  <a:txBody>
                    <a:bodyPr/>
                    <a:lstStyle/>
                    <a:p>
                      <a:pPr indent="0" lvl="0" marL="0" marR="0" rtl="0" algn="ctr">
                        <a:spcBef>
                          <a:spcPts val="0"/>
                        </a:spcBef>
                        <a:spcAft>
                          <a:spcPts val="0"/>
                        </a:spcAft>
                        <a:buNone/>
                      </a:pPr>
                      <a:r>
                        <a:rPr lang="en-GB" sz="1800"/>
                        <a:t>S</a:t>
                      </a:r>
                      <a:endParaRPr/>
                    </a:p>
                  </a:txBody>
                  <a:tcPr marT="45725" marB="45725" marR="91450" marL="91450">
                    <a:noFill/>
                  </a:tcPr>
                </a:tc>
                <a:tc>
                  <a:txBody>
                    <a:bodyPr/>
                    <a:lstStyle/>
                    <a:p>
                      <a:pPr indent="0" lvl="0" marL="0" marR="0" rtl="0" algn="ctr">
                        <a:spcBef>
                          <a:spcPts val="0"/>
                        </a:spcBef>
                        <a:spcAft>
                          <a:spcPts val="0"/>
                        </a:spcAft>
                        <a:buNone/>
                      </a:pPr>
                      <a:r>
                        <a:rPr lang="en-GB" sz="1800"/>
                        <a:t>T</a:t>
                      </a:r>
                      <a:endParaRPr/>
                    </a:p>
                  </a:txBody>
                  <a:tcPr marT="45725" marB="45725" marR="91450" marL="91450">
                    <a:noFill/>
                  </a:tcPr>
                </a:tc>
                <a:tc>
                  <a:txBody>
                    <a:bodyPr/>
                    <a:lstStyle/>
                    <a:p>
                      <a:pPr indent="0" lvl="0" marL="0" marR="0" rtl="0" algn="ctr">
                        <a:spcBef>
                          <a:spcPts val="0"/>
                        </a:spcBef>
                        <a:spcAft>
                          <a:spcPts val="0"/>
                        </a:spcAft>
                        <a:buNone/>
                      </a:pPr>
                      <a:r>
                        <a:rPr lang="en-GB" sz="1800"/>
                        <a:t>V</a:t>
                      </a:r>
                      <a:endParaRPr/>
                    </a:p>
                  </a:txBody>
                  <a:tcPr marT="45725" marB="45725" marR="91450" marL="91450">
                    <a:noFill/>
                  </a:tcPr>
                </a:tc>
                <a:tc>
                  <a:txBody>
                    <a:bodyPr/>
                    <a:lstStyle/>
                    <a:p>
                      <a:pPr indent="0" lvl="0" marL="0" marR="0" rtl="0" algn="ctr">
                        <a:spcBef>
                          <a:spcPts val="0"/>
                        </a:spcBef>
                        <a:spcAft>
                          <a:spcPts val="0"/>
                        </a:spcAft>
                        <a:buNone/>
                      </a:pPr>
                      <a:r>
                        <a:rPr lang="en-GB" sz="1800"/>
                        <a:t>X</a:t>
                      </a:r>
                      <a:endParaRPr/>
                    </a:p>
                  </a:txBody>
                  <a:tcPr marT="45725" marB="45725" marR="91450" marL="91450">
                    <a:noFill/>
                  </a:tcPr>
                </a:tc>
                <a:tc>
                  <a:txBody>
                    <a:bodyPr/>
                    <a:lstStyle/>
                    <a:p>
                      <a:pPr indent="0" lvl="0" marL="0" marR="0" rtl="0" algn="ctr">
                        <a:spcBef>
                          <a:spcPts val="0"/>
                        </a:spcBef>
                        <a:spcAft>
                          <a:spcPts val="0"/>
                        </a:spcAft>
                        <a:buNone/>
                      </a:pPr>
                      <a:r>
                        <a:rPr lang="en-GB" sz="1800"/>
                        <a:t>Z</a:t>
                      </a:r>
                      <a:endParaRPr/>
                    </a:p>
                  </a:txBody>
                  <a:tcPr marT="45725" marB="45725" marR="91450" marL="91450">
                    <a:noFill/>
                  </a:tcPr>
                </a:tc>
                <a:tc>
                  <a:txBody>
                    <a:bodyPr/>
                    <a:lstStyle/>
                    <a:p>
                      <a:pPr indent="0" lvl="0" marL="0" marR="0" rtl="0" algn="ctr">
                        <a:spcBef>
                          <a:spcPts val="0"/>
                        </a:spcBef>
                        <a:spcAft>
                          <a:spcPts val="0"/>
                        </a:spcAft>
                        <a:buNone/>
                      </a:pPr>
                      <a:r>
                        <a:rPr lang="en-GB" sz="1800"/>
                        <a:t>1</a:t>
                      </a:r>
                      <a:endParaRPr/>
                    </a:p>
                  </a:txBody>
                  <a:tcPr marT="45725" marB="45725" marR="91450" marL="91450">
                    <a:noFill/>
                  </a:tcPr>
                </a:tc>
                <a:tc>
                  <a:txBody>
                    <a:bodyPr/>
                    <a:lstStyle/>
                    <a:p>
                      <a:pPr indent="0" lvl="0" marL="0" marR="0" rtl="0" algn="ctr">
                        <a:spcBef>
                          <a:spcPts val="0"/>
                        </a:spcBef>
                        <a:spcAft>
                          <a:spcPts val="0"/>
                        </a:spcAft>
                        <a:buNone/>
                      </a:pPr>
                      <a:r>
                        <a:rPr lang="en-GB" sz="1800"/>
                        <a:t>2</a:t>
                      </a:r>
                      <a:endParaRPr/>
                    </a:p>
                  </a:txBody>
                  <a:tcPr marT="45725" marB="45725" marR="91450" marL="91450">
                    <a:noFill/>
                  </a:tcPr>
                </a:tc>
                <a:tc>
                  <a:txBody>
                    <a:bodyPr/>
                    <a:lstStyle/>
                    <a:p>
                      <a:pPr indent="0" lvl="0" marL="0" marR="0" rtl="0" algn="ctr">
                        <a:spcBef>
                          <a:spcPts val="0"/>
                        </a:spcBef>
                        <a:spcAft>
                          <a:spcPts val="0"/>
                        </a:spcAft>
                        <a:buNone/>
                      </a:pPr>
                      <a:r>
                        <a:rPr lang="en-GB" sz="1800"/>
                        <a:t>3</a:t>
                      </a:r>
                      <a:endParaRPr/>
                    </a:p>
                  </a:txBody>
                  <a:tcPr marT="45725" marB="45725" marR="91450" marL="91450">
                    <a:noFill/>
                  </a:tcPr>
                </a:tc>
                <a:tc>
                  <a:txBody>
                    <a:bodyPr/>
                    <a:lstStyle/>
                    <a:p>
                      <a:pPr indent="0" lvl="0" marL="0" marR="0" rtl="0" algn="ctr">
                        <a:spcBef>
                          <a:spcPts val="0"/>
                        </a:spcBef>
                        <a:spcAft>
                          <a:spcPts val="0"/>
                        </a:spcAft>
                        <a:buNone/>
                      </a:pPr>
                      <a:r>
                        <a:rPr lang="en-GB" sz="1800"/>
                        <a:t>4</a:t>
                      </a:r>
                      <a:endParaRPr/>
                    </a:p>
                  </a:txBody>
                  <a:tcPr marT="45725" marB="45725" marR="91450" marL="91450">
                    <a:noFill/>
                  </a:tcPr>
                </a:tc>
              </a:tr>
              <a:tr h="370850">
                <a:tc>
                  <a:txBody>
                    <a:bodyPr/>
                    <a:lstStyle/>
                    <a:p>
                      <a:pPr indent="0" lvl="0" marL="0" marR="0" rtl="0" algn="ctr">
                        <a:spcBef>
                          <a:spcPts val="0"/>
                        </a:spcBef>
                        <a:spcAft>
                          <a:spcPts val="0"/>
                        </a:spcAft>
                        <a:buNone/>
                      </a:pPr>
                      <a:r>
                        <a:rPr lang="en-GB" sz="1800" cap="none"/>
                        <a:t>y</a:t>
                      </a:r>
                      <a:endParaRPr/>
                    </a:p>
                  </a:txBody>
                  <a:tcPr marT="45725" marB="45725" marR="91450" marL="91450">
                    <a:noFill/>
                  </a:tcPr>
                </a:tc>
                <a:tc>
                  <a:txBody>
                    <a:bodyPr/>
                    <a:lstStyle/>
                    <a:p>
                      <a:pPr indent="0" lvl="0" marL="0" marR="0" rtl="0" algn="ctr">
                        <a:spcBef>
                          <a:spcPts val="0"/>
                        </a:spcBef>
                        <a:spcAft>
                          <a:spcPts val="0"/>
                        </a:spcAft>
                        <a:buNone/>
                      </a:pPr>
                      <a:r>
                        <a:rPr lang="en-GB" sz="1800" cap="none"/>
                        <a:t>s</a:t>
                      </a:r>
                      <a:endParaRPr/>
                    </a:p>
                  </a:txBody>
                  <a:tcPr marT="45725" marB="45725" marR="91450" marL="91450">
                    <a:noFill/>
                  </a:tcPr>
                </a:tc>
                <a:tc>
                  <a:txBody>
                    <a:bodyPr/>
                    <a:lstStyle/>
                    <a:p>
                      <a:pPr indent="0" lvl="0" marL="0" marR="0" rtl="0" algn="ctr">
                        <a:spcBef>
                          <a:spcPts val="0"/>
                        </a:spcBef>
                        <a:spcAft>
                          <a:spcPts val="0"/>
                        </a:spcAft>
                        <a:buNone/>
                      </a:pPr>
                      <a:r>
                        <a:rPr lang="en-GB" sz="1800" cap="none"/>
                        <a:t>o</a:t>
                      </a:r>
                      <a:endParaRPr/>
                    </a:p>
                  </a:txBody>
                  <a:tcPr marT="45725" marB="45725" marR="91450" marL="91450">
                    <a:noFill/>
                  </a:tcPr>
                </a:tc>
                <a:tc>
                  <a:txBody>
                    <a:bodyPr/>
                    <a:lstStyle/>
                    <a:p>
                      <a:pPr indent="0" lvl="0" marL="0" marR="0" rtl="0" algn="ctr">
                        <a:spcBef>
                          <a:spcPts val="0"/>
                        </a:spcBef>
                        <a:spcAft>
                          <a:spcPts val="0"/>
                        </a:spcAft>
                        <a:buNone/>
                      </a:pPr>
                      <a:r>
                        <a:rPr lang="en-GB" sz="1800" cap="none"/>
                        <a:t>m</a:t>
                      </a:r>
                      <a:endParaRPr/>
                    </a:p>
                  </a:txBody>
                  <a:tcPr marT="45725" marB="45725" marR="91450" marL="91450">
                    <a:noFill/>
                  </a:tcPr>
                </a:tc>
                <a:tc>
                  <a:txBody>
                    <a:bodyPr/>
                    <a:lstStyle/>
                    <a:p>
                      <a:pPr indent="0" lvl="0" marL="0" marR="0" rtl="0" algn="ctr">
                        <a:spcBef>
                          <a:spcPts val="0"/>
                        </a:spcBef>
                        <a:spcAft>
                          <a:spcPts val="0"/>
                        </a:spcAft>
                        <a:buNone/>
                      </a:pPr>
                      <a:r>
                        <a:rPr lang="en-GB" sz="1800" cap="none"/>
                        <a:t>q</a:t>
                      </a:r>
                      <a:endParaRPr/>
                    </a:p>
                  </a:txBody>
                  <a:tcPr marT="45725" marB="45725" marR="91450" marL="91450">
                    <a:noFill/>
                  </a:tcPr>
                </a:tc>
                <a:tc>
                  <a:txBody>
                    <a:bodyPr/>
                    <a:lstStyle/>
                    <a:p>
                      <a:pPr indent="0" lvl="0" marL="0" marR="0" rtl="0" algn="ctr">
                        <a:spcBef>
                          <a:spcPts val="0"/>
                        </a:spcBef>
                        <a:spcAft>
                          <a:spcPts val="0"/>
                        </a:spcAft>
                        <a:buNone/>
                      </a:pPr>
                      <a:r>
                        <a:rPr lang="en-GB" sz="1800" cap="none"/>
                        <a:t>i</a:t>
                      </a:r>
                      <a:endParaRPr sz="1800" cap="none"/>
                    </a:p>
                  </a:txBody>
                  <a:tcPr marT="45725" marB="45725" marR="91450" marL="91450">
                    <a:noFill/>
                  </a:tcPr>
                </a:tc>
                <a:tc>
                  <a:txBody>
                    <a:bodyPr/>
                    <a:lstStyle/>
                    <a:p>
                      <a:pPr indent="0" lvl="0" marL="0" marR="0" rtl="0" algn="ctr">
                        <a:spcBef>
                          <a:spcPts val="0"/>
                        </a:spcBef>
                        <a:spcAft>
                          <a:spcPts val="0"/>
                        </a:spcAft>
                        <a:buNone/>
                      </a:pPr>
                      <a:r>
                        <a:rPr lang="en-GB" sz="1800" cap="none"/>
                        <a:t>h</a:t>
                      </a:r>
                      <a:endParaRPr/>
                    </a:p>
                  </a:txBody>
                  <a:tcPr marT="45725" marB="45725" marR="91450" marL="91450">
                    <a:noFill/>
                  </a:tcPr>
                </a:tc>
                <a:tc>
                  <a:txBody>
                    <a:bodyPr/>
                    <a:lstStyle/>
                    <a:p>
                      <a:pPr indent="0" lvl="0" marL="0" marR="0" rtl="0" algn="ctr">
                        <a:spcBef>
                          <a:spcPts val="0"/>
                        </a:spcBef>
                        <a:spcAft>
                          <a:spcPts val="0"/>
                        </a:spcAft>
                        <a:buNone/>
                      </a:pPr>
                      <a:r>
                        <a:rPr lang="en-GB" sz="1800" cap="none"/>
                        <a:t>f</a:t>
                      </a:r>
                      <a:endParaRPr/>
                    </a:p>
                  </a:txBody>
                  <a:tcPr marT="45725" marB="45725" marR="91450" marL="91450">
                    <a:noFill/>
                  </a:tcPr>
                </a:tc>
                <a:tc>
                  <a:txBody>
                    <a:bodyPr/>
                    <a:lstStyle/>
                    <a:p>
                      <a:pPr indent="0" lvl="0" marL="0" marR="0" rtl="0" algn="ctr">
                        <a:spcBef>
                          <a:spcPts val="0"/>
                        </a:spcBef>
                        <a:spcAft>
                          <a:spcPts val="0"/>
                        </a:spcAft>
                        <a:buNone/>
                      </a:pPr>
                      <a:r>
                        <a:rPr lang="en-GB" sz="1800" cap="none"/>
                        <a:t>d</a:t>
                      </a:r>
                      <a:endParaRPr/>
                    </a:p>
                  </a:txBody>
                  <a:tcPr marT="45725" marB="45725" marR="91450" marL="91450">
                    <a:noFill/>
                  </a:tcPr>
                </a:tc>
                <a:tc>
                  <a:txBody>
                    <a:bodyPr/>
                    <a:lstStyle/>
                    <a:p>
                      <a:pPr indent="0" lvl="0" marL="0" marR="0" rtl="0" algn="ctr">
                        <a:spcBef>
                          <a:spcPts val="0"/>
                        </a:spcBef>
                        <a:spcAft>
                          <a:spcPts val="0"/>
                        </a:spcAft>
                        <a:buNone/>
                      </a:pPr>
                      <a:r>
                        <a:rPr lang="en-GB" sz="1800" cap="none"/>
                        <a:t>b</a:t>
                      </a:r>
                      <a:endParaRPr/>
                    </a:p>
                  </a:txBody>
                  <a:tcPr marT="45725" marB="45725" marR="91450" marL="91450">
                    <a:noFill/>
                  </a:tcPr>
                </a:tc>
                <a:tc>
                  <a:txBody>
                    <a:bodyPr/>
                    <a:lstStyle/>
                    <a:p>
                      <a:pPr indent="0" lvl="0" marL="0" marR="0" rtl="0" algn="ctr">
                        <a:spcBef>
                          <a:spcPts val="0"/>
                        </a:spcBef>
                        <a:spcAft>
                          <a:spcPts val="0"/>
                        </a:spcAft>
                        <a:buNone/>
                      </a:pPr>
                      <a:r>
                        <a:rPr lang="en-GB" sz="1800" cap="none"/>
                        <a:t>a</a:t>
                      </a:r>
                      <a:endParaRPr/>
                    </a:p>
                  </a:txBody>
                  <a:tcPr marT="45725" marB="45725" marR="91450" marL="91450">
                    <a:noFill/>
                  </a:tcPr>
                </a:tc>
                <a:tc>
                  <a:txBody>
                    <a:bodyPr/>
                    <a:lstStyle/>
                    <a:p>
                      <a:pPr indent="0" lvl="0" marL="0" marR="0" rtl="0" algn="ctr">
                        <a:spcBef>
                          <a:spcPts val="0"/>
                        </a:spcBef>
                        <a:spcAft>
                          <a:spcPts val="0"/>
                        </a:spcAft>
                        <a:buNone/>
                      </a:pPr>
                      <a:r>
                        <a:rPr lang="en-GB" sz="1800" cap="none"/>
                        <a:t>c</a:t>
                      </a:r>
                      <a:endParaRPr/>
                    </a:p>
                  </a:txBody>
                  <a:tcPr marT="45725" marB="45725" marR="91450" marL="91450">
                    <a:noFill/>
                  </a:tcPr>
                </a:tc>
                <a:tc>
                  <a:txBody>
                    <a:bodyPr/>
                    <a:lstStyle/>
                    <a:p>
                      <a:pPr indent="0" lvl="0" marL="0" marR="0" rtl="0" algn="ctr">
                        <a:spcBef>
                          <a:spcPts val="0"/>
                        </a:spcBef>
                        <a:spcAft>
                          <a:spcPts val="0"/>
                        </a:spcAft>
                        <a:buNone/>
                      </a:pPr>
                      <a:r>
                        <a:rPr lang="en-GB" sz="1800" cap="none"/>
                        <a:t>e</a:t>
                      </a:r>
                      <a:endParaRPr/>
                    </a:p>
                  </a:txBody>
                  <a:tcPr marT="45725" marB="45725" marR="91450" marL="91450">
                    <a:noFill/>
                  </a:tcPr>
                </a:tc>
                <a:tc>
                  <a:txBody>
                    <a:bodyPr/>
                    <a:lstStyle/>
                    <a:p>
                      <a:pPr indent="0" lvl="0" marL="0" marR="0" rtl="0" algn="ctr">
                        <a:spcBef>
                          <a:spcPts val="0"/>
                        </a:spcBef>
                        <a:spcAft>
                          <a:spcPts val="0"/>
                        </a:spcAft>
                        <a:buNone/>
                      </a:pPr>
                      <a:r>
                        <a:rPr lang="en-GB" sz="1800" cap="none"/>
                        <a:t>g</a:t>
                      </a:r>
                      <a:endParaRPr/>
                    </a:p>
                  </a:txBody>
                  <a:tcPr marT="45725" marB="45725" marR="91450" marL="91450">
                    <a:noFill/>
                  </a:tcPr>
                </a:tc>
                <a:tc>
                  <a:txBody>
                    <a:bodyPr/>
                    <a:lstStyle/>
                    <a:p>
                      <a:pPr indent="0" lvl="0" marL="0" marR="0" rtl="0" algn="ctr">
                        <a:spcBef>
                          <a:spcPts val="0"/>
                        </a:spcBef>
                        <a:spcAft>
                          <a:spcPts val="0"/>
                        </a:spcAft>
                        <a:buNone/>
                      </a:pPr>
                      <a:r>
                        <a:rPr lang="en-GB" sz="1800" cap="none"/>
                        <a:t>k</a:t>
                      </a:r>
                      <a:endParaRPr/>
                    </a:p>
                  </a:txBody>
                  <a:tcPr marT="45725" marB="45725" marR="91450" marL="91450">
                    <a:noFill/>
                  </a:tcPr>
                </a:tc>
                <a:tc>
                  <a:txBody>
                    <a:bodyPr/>
                    <a:lstStyle/>
                    <a:p>
                      <a:pPr indent="0" lvl="0" marL="0" marR="0" rtl="0" algn="ctr">
                        <a:spcBef>
                          <a:spcPts val="0"/>
                        </a:spcBef>
                        <a:spcAft>
                          <a:spcPts val="0"/>
                        </a:spcAft>
                        <a:buNone/>
                      </a:pPr>
                      <a:r>
                        <a:rPr lang="en-GB" sz="1800" cap="none"/>
                        <a:t>l</a:t>
                      </a:r>
                      <a:endParaRPr/>
                    </a:p>
                  </a:txBody>
                  <a:tcPr marT="45725" marB="45725" marR="91450" marL="91450">
                    <a:noFill/>
                  </a:tcPr>
                </a:tc>
                <a:tc>
                  <a:txBody>
                    <a:bodyPr/>
                    <a:lstStyle/>
                    <a:p>
                      <a:pPr indent="0" lvl="0" marL="0" marR="0" rtl="0" algn="ctr">
                        <a:spcBef>
                          <a:spcPts val="0"/>
                        </a:spcBef>
                        <a:spcAft>
                          <a:spcPts val="0"/>
                        </a:spcAft>
                        <a:buNone/>
                      </a:pPr>
                      <a:r>
                        <a:rPr lang="en-GB" sz="1800" cap="none"/>
                        <a:t>n</a:t>
                      </a:r>
                      <a:endParaRPr/>
                    </a:p>
                  </a:txBody>
                  <a:tcPr marT="45725" marB="45725" marR="91450" marL="91450">
                    <a:noFill/>
                  </a:tcPr>
                </a:tc>
                <a:tc>
                  <a:txBody>
                    <a:bodyPr/>
                    <a:lstStyle/>
                    <a:p>
                      <a:pPr indent="0" lvl="0" marL="0" marR="0" rtl="0" algn="ctr">
                        <a:spcBef>
                          <a:spcPts val="0"/>
                        </a:spcBef>
                        <a:spcAft>
                          <a:spcPts val="0"/>
                        </a:spcAft>
                        <a:buNone/>
                      </a:pPr>
                      <a:r>
                        <a:rPr lang="en-GB" sz="1800" cap="none"/>
                        <a:t>p</a:t>
                      </a:r>
                      <a:endParaRPr/>
                    </a:p>
                  </a:txBody>
                  <a:tcPr marT="45725" marB="45725" marR="91450" marL="91450">
                    <a:noFill/>
                  </a:tcPr>
                </a:tc>
                <a:tc>
                  <a:txBody>
                    <a:bodyPr/>
                    <a:lstStyle/>
                    <a:p>
                      <a:pPr indent="0" lvl="0" marL="0" marR="0" rtl="0" algn="ctr">
                        <a:spcBef>
                          <a:spcPts val="0"/>
                        </a:spcBef>
                        <a:spcAft>
                          <a:spcPts val="0"/>
                        </a:spcAft>
                        <a:buNone/>
                      </a:pPr>
                      <a:r>
                        <a:rPr lang="en-GB" sz="1800" cap="none"/>
                        <a:t>r</a:t>
                      </a:r>
                      <a:endParaRPr/>
                    </a:p>
                  </a:txBody>
                  <a:tcPr marT="45725" marB="45725" marR="91450" marL="91450">
                    <a:noFill/>
                  </a:tcPr>
                </a:tc>
                <a:tc>
                  <a:txBody>
                    <a:bodyPr/>
                    <a:lstStyle/>
                    <a:p>
                      <a:pPr indent="0" lvl="0" marL="0" marR="0" rtl="0" algn="ctr">
                        <a:spcBef>
                          <a:spcPts val="0"/>
                        </a:spcBef>
                        <a:spcAft>
                          <a:spcPts val="0"/>
                        </a:spcAft>
                        <a:buNone/>
                      </a:pPr>
                      <a:r>
                        <a:rPr lang="en-GB" sz="1800" cap="none"/>
                        <a:t>t</a:t>
                      </a:r>
                      <a:endParaRPr/>
                    </a:p>
                  </a:txBody>
                  <a:tcPr marT="45725" marB="45725" marR="91450" marL="91450">
                    <a:noFill/>
                  </a:tcPr>
                </a:tc>
                <a:tc>
                  <a:txBody>
                    <a:bodyPr/>
                    <a:lstStyle/>
                    <a:p>
                      <a:pPr indent="0" lvl="0" marL="0" marR="0" rtl="0" algn="ctr">
                        <a:spcBef>
                          <a:spcPts val="0"/>
                        </a:spcBef>
                        <a:spcAft>
                          <a:spcPts val="0"/>
                        </a:spcAft>
                        <a:buNone/>
                      </a:pPr>
                      <a:r>
                        <a:rPr lang="en-GB" sz="1800" cap="none"/>
                        <a:t>v</a:t>
                      </a:r>
                      <a:endParaRPr/>
                    </a:p>
                  </a:txBody>
                  <a:tcPr marT="45725" marB="45725" marR="91450" marL="91450">
                    <a:noFill/>
                  </a:tcPr>
                </a:tc>
                <a:tc>
                  <a:txBody>
                    <a:bodyPr/>
                    <a:lstStyle/>
                    <a:p>
                      <a:pPr indent="0" lvl="0" marL="0" marR="0" rtl="0" algn="ctr">
                        <a:spcBef>
                          <a:spcPts val="0"/>
                        </a:spcBef>
                        <a:spcAft>
                          <a:spcPts val="0"/>
                        </a:spcAft>
                        <a:buNone/>
                      </a:pPr>
                      <a:r>
                        <a:rPr lang="en-GB" sz="1800" cap="none"/>
                        <a:t>z</a:t>
                      </a:r>
                      <a:endParaRPr/>
                    </a:p>
                  </a:txBody>
                  <a:tcPr marT="45725" marB="45725" marR="91450" marL="91450">
                    <a:noFill/>
                  </a:tcPr>
                </a:tc>
                <a:tc>
                  <a:txBody>
                    <a:bodyPr/>
                    <a:lstStyle/>
                    <a:p>
                      <a:pPr indent="0" lvl="0" marL="0" marR="0" rtl="0" algn="ctr">
                        <a:spcBef>
                          <a:spcPts val="0"/>
                        </a:spcBef>
                        <a:spcAft>
                          <a:spcPts val="0"/>
                        </a:spcAft>
                        <a:buNone/>
                      </a:pPr>
                      <a:r>
                        <a:rPr lang="en-GB" sz="1800" cap="none"/>
                        <a:t>&amp;</a:t>
                      </a:r>
                      <a:endParaRPr/>
                    </a:p>
                  </a:txBody>
                  <a:tcPr marT="45725" marB="45725" marR="91450" marL="91450">
                    <a:noFill/>
                  </a:tcPr>
                </a:tc>
                <a:tc>
                  <a:txBody>
                    <a:bodyPr/>
                    <a:lstStyle/>
                    <a:p>
                      <a:pPr indent="0" lvl="0" marL="0" marR="0" rtl="0" algn="ctr">
                        <a:spcBef>
                          <a:spcPts val="0"/>
                        </a:spcBef>
                        <a:spcAft>
                          <a:spcPts val="0"/>
                        </a:spcAft>
                        <a:buNone/>
                      </a:pPr>
                      <a:r>
                        <a:rPr lang="en-GB" sz="1800" cap="none"/>
                        <a:t>x</a:t>
                      </a:r>
                      <a:endParaRPr/>
                    </a:p>
                  </a:txBody>
                  <a:tcPr marT="45725" marB="45725" marR="91450" marL="91450">
                    <a:noFill/>
                  </a:tcPr>
                </a:tc>
              </a:tr>
            </a:tbl>
          </a:graphicData>
        </a:graphic>
      </p:graphicFrame>
      <p:sp>
        <p:nvSpPr>
          <p:cNvPr id="221" name="Google Shape;221;p11"/>
          <p:cNvSpPr txBox="1"/>
          <p:nvPr/>
        </p:nvSpPr>
        <p:spPr>
          <a:xfrm>
            <a:off x="1475007" y="1711949"/>
            <a:ext cx="19591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rotazione alfabeto</a:t>
            </a:r>
            <a:endParaRPr sz="1800">
              <a:solidFill>
                <a:srgbClr val="FF0000"/>
              </a:solidFill>
              <a:latin typeface="Calibri"/>
              <a:ea typeface="Calibri"/>
              <a:cs typeface="Calibri"/>
              <a:sym typeface="Calibri"/>
            </a:endParaRPr>
          </a:p>
        </p:txBody>
      </p:sp>
      <p:sp>
        <p:nvSpPr>
          <p:cNvPr id="222" name="Google Shape;222;p11"/>
          <p:cNvSpPr txBox="1"/>
          <p:nvPr/>
        </p:nvSpPr>
        <p:spPr>
          <a:xfrm>
            <a:off x="3809247" y="3539206"/>
            <a:ext cx="327820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lettera chiave: rotazione alfabeto</a:t>
            </a:r>
            <a:endParaRPr sz="1800">
              <a:solidFill>
                <a:srgbClr val="FF0000"/>
              </a:solidFill>
              <a:latin typeface="Calibri"/>
              <a:ea typeface="Calibri"/>
              <a:cs typeface="Calibri"/>
              <a:sym typeface="Calibri"/>
            </a:endParaRPr>
          </a:p>
        </p:txBody>
      </p:sp>
      <p:pic>
        <p:nvPicPr>
          <p:cNvPr id="223" name="Google Shape;223;p11"/>
          <p:cNvPicPr preferRelativeResize="0"/>
          <p:nvPr/>
        </p:nvPicPr>
        <p:blipFill rotWithShape="1">
          <a:blip r:embed="rId3">
            <a:alphaModFix/>
          </a:blip>
          <a:srcRect b="0" l="0" r="0" t="0"/>
          <a:stretch/>
        </p:blipFill>
        <p:spPr>
          <a:xfrm>
            <a:off x="10202970" y="1026787"/>
            <a:ext cx="1307727" cy="1307727"/>
          </a:xfrm>
          <a:prstGeom prst="rect">
            <a:avLst/>
          </a:prstGeom>
          <a:noFill/>
          <a:ln>
            <a:noFill/>
          </a:ln>
        </p:spPr>
      </p:pic>
      <p:sp>
        <p:nvSpPr>
          <p:cNvPr id="224" name="Google Shape;224;p11"/>
          <p:cNvSpPr txBox="1"/>
          <p:nvPr/>
        </p:nvSpPr>
        <p:spPr>
          <a:xfrm>
            <a:off x="3556526" y="1749579"/>
            <a:ext cx="131427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lettera nulla</a:t>
            </a:r>
            <a:endParaRPr sz="1800">
              <a:solidFill>
                <a:srgbClr val="FF0000"/>
              </a:solidFill>
              <a:latin typeface="Calibri"/>
              <a:ea typeface="Calibri"/>
              <a:cs typeface="Calibri"/>
              <a:sym typeface="Calibri"/>
            </a:endParaRPr>
          </a:p>
        </p:txBody>
      </p:sp>
      <p:sp>
        <p:nvSpPr>
          <p:cNvPr id="225" name="Google Shape;225;p11"/>
          <p:cNvSpPr txBox="1"/>
          <p:nvPr/>
        </p:nvSpPr>
        <p:spPr>
          <a:xfrm>
            <a:off x="4406449" y="5403271"/>
            <a:ext cx="131427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lettera nulla</a:t>
            </a:r>
            <a:endParaRPr sz="1800">
              <a:solidFill>
                <a:srgbClr val="FF0000"/>
              </a:solidFill>
              <a:latin typeface="Calibri"/>
              <a:ea typeface="Calibri"/>
              <a:cs typeface="Calibri"/>
              <a:sym typeface="Calibri"/>
            </a:endParaRPr>
          </a:p>
        </p:txBody>
      </p:sp>
      <p:pic>
        <p:nvPicPr>
          <p:cNvPr descr="Immagine che contiene Elementi grafici, cerchio, Policromia&#10;&#10;Il contenuto generato dall&amp;#39;IA potrebbe non essere corretto." id="226" name="Google Shape;226;p11"/>
          <p:cNvPicPr preferRelativeResize="0"/>
          <p:nvPr/>
        </p:nvPicPr>
        <p:blipFill rotWithShape="1">
          <a:blip r:embed="rId4">
            <a:alphaModFix/>
          </a:blip>
          <a:srcRect b="0" l="0" r="0" t="0"/>
          <a:stretch/>
        </p:blipFill>
        <p:spPr>
          <a:xfrm>
            <a:off x="11312237" y="58367"/>
            <a:ext cx="741219" cy="73532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2"/>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3" name="Google Shape;233;p12"/>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chemeClr val="dk1"/>
                </a:solidFill>
                <a:latin typeface="Calibri"/>
                <a:ea typeface="Calibri"/>
                <a:cs typeface="Calibri"/>
                <a:sym typeface="Calibri"/>
              </a:rPr>
              <a:t>ZANARDELLI ALESSIO</a:t>
            </a:r>
            <a:endParaRPr/>
          </a:p>
        </p:txBody>
      </p:sp>
      <p:sp>
        <p:nvSpPr>
          <p:cNvPr id="234" name="Google Shape;234;p12"/>
          <p:cNvSpPr txBox="1"/>
          <p:nvPr/>
        </p:nvSpPr>
        <p:spPr>
          <a:xfrm>
            <a:off x="95250" y="69097"/>
            <a:ext cx="9934575"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GB" sz="4000">
                <a:solidFill>
                  <a:srgbClr val="FF0000"/>
                </a:solidFill>
                <a:latin typeface="Calibri"/>
                <a:ea typeface="Calibri"/>
                <a:cs typeface="Calibri"/>
                <a:sym typeface="Calibri"/>
              </a:rPr>
              <a:t>ENIGMA</a:t>
            </a:r>
            <a:endParaRPr/>
          </a:p>
        </p:txBody>
      </p:sp>
      <p:sp>
        <p:nvSpPr>
          <p:cNvPr id="235" name="Google Shape;235;p12"/>
          <p:cNvSpPr txBox="1"/>
          <p:nvPr/>
        </p:nvSpPr>
        <p:spPr>
          <a:xfrm>
            <a:off x="2884" y="909204"/>
            <a:ext cx="12189116"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Fu un dispositivo elettromeccanico per cifrare e decifrare messaggi ampiamente utilizzata dalle forze armate tedesche durante il periodo nazista e della seconda guerra mondiale.</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Ispirata al disco cifrante, permetteva </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     -158 962 555 217 826 350 000- combinazioni.</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pic>
        <p:nvPicPr>
          <p:cNvPr id="236" name="Google Shape;236;p12"/>
          <p:cNvPicPr preferRelativeResize="0"/>
          <p:nvPr/>
        </p:nvPicPr>
        <p:blipFill rotWithShape="1">
          <a:blip r:embed="rId3">
            <a:alphaModFix/>
          </a:blip>
          <a:srcRect b="0" l="0" r="0" t="0"/>
          <a:stretch/>
        </p:blipFill>
        <p:spPr>
          <a:xfrm>
            <a:off x="5360193" y="4047287"/>
            <a:ext cx="1471613" cy="2140529"/>
          </a:xfrm>
          <a:prstGeom prst="rect">
            <a:avLst/>
          </a:prstGeom>
          <a:noFill/>
          <a:ln>
            <a:noFill/>
          </a:ln>
        </p:spPr>
      </p:pic>
      <p:pic>
        <p:nvPicPr>
          <p:cNvPr descr="undefined" id="237" name="Google Shape;237;p12"/>
          <p:cNvPicPr preferRelativeResize="0"/>
          <p:nvPr/>
        </p:nvPicPr>
        <p:blipFill rotWithShape="1">
          <a:blip r:embed="rId4">
            <a:alphaModFix/>
          </a:blip>
          <a:srcRect b="0" l="0" r="0" t="0"/>
          <a:stretch/>
        </p:blipFill>
        <p:spPr>
          <a:xfrm>
            <a:off x="7372350" y="2554081"/>
            <a:ext cx="4419822" cy="2947987"/>
          </a:xfrm>
          <a:prstGeom prst="rect">
            <a:avLst/>
          </a:prstGeom>
          <a:noFill/>
          <a:ln>
            <a:noFill/>
          </a:ln>
        </p:spPr>
      </p:pic>
      <p:pic>
        <p:nvPicPr>
          <p:cNvPr descr="Immagine che contiene Elementi grafici, cerchio, Policromia&#10;&#10;Il contenuto generato dall&amp;#39;IA potrebbe non essere corretto." id="238" name="Google Shape;238;p12"/>
          <p:cNvPicPr preferRelativeResize="0"/>
          <p:nvPr/>
        </p:nvPicPr>
        <p:blipFill rotWithShape="1">
          <a:blip r:embed="rId5">
            <a:alphaModFix/>
          </a:blip>
          <a:srcRect b="0" l="0" r="0" t="0"/>
          <a:stretch/>
        </p:blipFill>
        <p:spPr>
          <a:xfrm>
            <a:off x="11312237" y="58367"/>
            <a:ext cx="741219" cy="73532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3"/>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4" name="Google Shape;244;p13"/>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000">
                <a:solidFill>
                  <a:schemeClr val="dk1"/>
                </a:solidFill>
                <a:latin typeface="Calibri"/>
                <a:ea typeface="Calibri"/>
                <a:cs typeface="Calibri"/>
                <a:sym typeface="Calibri"/>
              </a:rPr>
              <a:t>ZANARDELLI ALESSIO</a:t>
            </a:r>
            <a:endParaRPr/>
          </a:p>
        </p:txBody>
      </p:sp>
      <p:sp>
        <p:nvSpPr>
          <p:cNvPr id="245" name="Google Shape;245;p13"/>
          <p:cNvSpPr txBox="1"/>
          <p:nvPr/>
        </p:nvSpPr>
        <p:spPr>
          <a:xfrm>
            <a:off x="5222202" y="2875002"/>
            <a:ext cx="1747594" cy="110799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6600">
                <a:solidFill>
                  <a:schemeClr val="dk1"/>
                </a:solidFill>
                <a:latin typeface="Calibri"/>
                <a:ea typeface="Calibri"/>
                <a:cs typeface="Calibri"/>
                <a:sym typeface="Calibri"/>
              </a:rPr>
              <a:t>FINE</a:t>
            </a:r>
            <a:endParaRPr/>
          </a:p>
        </p:txBody>
      </p:sp>
      <p:pic>
        <p:nvPicPr>
          <p:cNvPr descr="Immagine che contiene Elementi grafici, cerchio, Policromia&#10;&#10;Il contenuto generato dall&amp;#39;IA potrebbe non essere corretto." id="246" name="Google Shape;246;p13"/>
          <p:cNvPicPr preferRelativeResize="0"/>
          <p:nvPr/>
        </p:nvPicPr>
        <p:blipFill rotWithShape="1">
          <a:blip r:embed="rId3">
            <a:alphaModFix/>
          </a:blip>
          <a:srcRect b="0" l="0" r="0" t="0"/>
          <a:stretch/>
        </p:blipFill>
        <p:spPr>
          <a:xfrm>
            <a:off x="5728855" y="65294"/>
            <a:ext cx="741219" cy="73532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2023-09-24T16:34:50Z</dcterms:created>
  <dc:creator>alessio zanardelli</dc:creator>
</cp:coreProperties>
</file>